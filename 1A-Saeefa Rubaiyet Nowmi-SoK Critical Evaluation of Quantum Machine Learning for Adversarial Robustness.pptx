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87" r:id="rId3"/>
    <p:sldId id="289" r:id="rId4"/>
    <p:sldId id="270" r:id="rId5"/>
    <p:sldId id="278" r:id="rId6"/>
    <p:sldId id="293" r:id="rId7"/>
    <p:sldId id="290" r:id="rId8"/>
    <p:sldId id="295" r:id="rId9"/>
    <p:sldId id="285" r:id="rId10"/>
    <p:sldId id="298" r:id="rId11"/>
    <p:sldId id="297" r:id="rId12"/>
    <p:sldId id="29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8000"/>
    <a:srgbClr val="EC5C00"/>
    <a:srgbClr val="EA773E"/>
    <a:srgbClr val="EC834E"/>
    <a:srgbClr val="666633"/>
    <a:srgbClr val="D9F2D0"/>
    <a:srgbClr val="F5C2A5"/>
    <a:srgbClr val="F2F2F2"/>
    <a:srgbClr val="F7E1F4"/>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0EDE7-EF7C-4CF9-AABF-FE5B64D063DD}" v="2" dt="2026-05-15T21:17:32.580"/>
    <p1510:client id="{BA31F296-4881-4366-87D8-84195425FADD}" v="821" dt="2026-05-15T20:15:01.3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64"/>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man, Mohammad Saidur" userId="3d307f43-1d85-49b1-8927-9626b07eda0b" providerId="ADAL" clId="{9B07A3E3-3441-52CD-949D-6D840572A373}"/>
    <pc:docChg chg="undo custSel addSld delSld modSld modMainMaster">
      <pc:chgData name="Rahman, Mohammad Saidur" userId="3d307f43-1d85-49b1-8927-9626b07eda0b" providerId="ADAL" clId="{9B07A3E3-3441-52CD-949D-6D840572A373}" dt="2026-05-12T15:24:28.408" v="933" actId="14100"/>
      <pc:docMkLst>
        <pc:docMk/>
      </pc:docMkLst>
      <pc:sldChg chg="addSp delSp modSp mod setBg">
        <pc:chgData name="Rahman, Mohammad Saidur" userId="3d307f43-1d85-49b1-8927-9626b07eda0b" providerId="ADAL" clId="{9B07A3E3-3441-52CD-949D-6D840572A373}" dt="2026-05-12T15:22:12.023" v="928" actId="1076"/>
        <pc:sldMkLst>
          <pc:docMk/>
          <pc:sldMk cId="2134881497" sldId="257"/>
        </pc:sldMkLst>
        <pc:spChg chg="mod">
          <ac:chgData name="Rahman, Mohammad Saidur" userId="3d307f43-1d85-49b1-8927-9626b07eda0b" providerId="ADAL" clId="{9B07A3E3-3441-52CD-949D-6D840572A373}" dt="2026-05-11T23:28:30.201" v="876" actId="1076"/>
          <ac:spMkLst>
            <pc:docMk/>
            <pc:sldMk cId="2134881497" sldId="257"/>
            <ac:spMk id="2" creationId="{962819DA-3FD7-3748-2494-009BD705B6F0}"/>
          </ac:spMkLst>
        </pc:spChg>
        <pc:spChg chg="add mod">
          <ac:chgData name="Rahman, Mohammad Saidur" userId="3d307f43-1d85-49b1-8927-9626b07eda0b" providerId="ADAL" clId="{9B07A3E3-3441-52CD-949D-6D840572A373}" dt="2026-05-12T15:21:54.793" v="922" actId="1076"/>
          <ac:spMkLst>
            <pc:docMk/>
            <pc:sldMk cId="2134881497" sldId="257"/>
            <ac:spMk id="5" creationId="{33E81C03-52D9-9E33-C372-F69CE0715946}"/>
          </ac:spMkLst>
        </pc:spChg>
        <pc:spChg chg="mod">
          <ac:chgData name="Rahman, Mohammad Saidur" userId="3d307f43-1d85-49b1-8927-9626b07eda0b" providerId="ADAL" clId="{9B07A3E3-3441-52CD-949D-6D840572A373}" dt="2026-05-11T23:28:32.188" v="877" actId="1076"/>
          <ac:spMkLst>
            <pc:docMk/>
            <pc:sldMk cId="2134881497" sldId="257"/>
            <ac:spMk id="7" creationId="{FF75A213-7A7F-F7B9-2810-B3FB6AC5EAF2}"/>
          </ac:spMkLst>
        </pc:spChg>
        <pc:spChg chg="mod">
          <ac:chgData name="Rahman, Mohammad Saidur" userId="3d307f43-1d85-49b1-8927-9626b07eda0b" providerId="ADAL" clId="{9B07A3E3-3441-52CD-949D-6D840572A373}" dt="2026-05-11T23:28:51.540" v="893" actId="20577"/>
          <ac:spMkLst>
            <pc:docMk/>
            <pc:sldMk cId="2134881497" sldId="257"/>
            <ac:spMk id="9" creationId="{1E3D427C-8ECB-DAEA-DADE-872EB18E0DDE}"/>
          </ac:spMkLst>
        </pc:spChg>
        <pc:spChg chg="mod">
          <ac:chgData name="Rahman, Mohammad Saidur" userId="3d307f43-1d85-49b1-8927-9626b07eda0b" providerId="ADAL" clId="{9B07A3E3-3441-52CD-949D-6D840572A373}" dt="2026-05-12T15:21:12.026" v="905" actId="1076"/>
          <ac:spMkLst>
            <pc:docMk/>
            <pc:sldMk cId="2134881497" sldId="257"/>
            <ac:spMk id="33" creationId="{DE8125A4-2DBC-09F5-3423-839195784F0A}"/>
          </ac:spMkLst>
        </pc:spChg>
        <pc:picChg chg="mod">
          <ac:chgData name="Rahman, Mohammad Saidur" userId="3d307f43-1d85-49b1-8927-9626b07eda0b" providerId="ADAL" clId="{9B07A3E3-3441-52CD-949D-6D840572A373}" dt="2026-05-12T15:22:03.913" v="925" actId="1076"/>
          <ac:picMkLst>
            <pc:docMk/>
            <pc:sldMk cId="2134881497" sldId="257"/>
            <ac:picMk id="4" creationId="{9FB03BD9-75A5-F0B0-EE77-C5DB88195378}"/>
          </ac:picMkLst>
        </pc:picChg>
        <pc:picChg chg="mod">
          <ac:chgData name="Rahman, Mohammad Saidur" userId="3d307f43-1d85-49b1-8927-9626b07eda0b" providerId="ADAL" clId="{9B07A3E3-3441-52CD-949D-6D840572A373}" dt="2026-05-12T15:22:08.250" v="926" actId="1076"/>
          <ac:picMkLst>
            <pc:docMk/>
            <pc:sldMk cId="2134881497" sldId="257"/>
            <ac:picMk id="13" creationId="{4B154DD3-EF10-F9B0-15E5-095D9AA545D8}"/>
          </ac:picMkLst>
        </pc:picChg>
        <pc:picChg chg="mod">
          <ac:chgData name="Rahman, Mohammad Saidur" userId="3d307f43-1d85-49b1-8927-9626b07eda0b" providerId="ADAL" clId="{9B07A3E3-3441-52CD-949D-6D840572A373}" dt="2026-05-12T15:22:10.093" v="927" actId="1076"/>
          <ac:picMkLst>
            <pc:docMk/>
            <pc:sldMk cId="2134881497" sldId="257"/>
            <ac:picMk id="17" creationId="{1245BD1D-D101-0342-53F6-55E59E0B781F}"/>
          </ac:picMkLst>
        </pc:picChg>
        <pc:picChg chg="mod">
          <ac:chgData name="Rahman, Mohammad Saidur" userId="3d307f43-1d85-49b1-8927-9626b07eda0b" providerId="ADAL" clId="{9B07A3E3-3441-52CD-949D-6D840572A373}" dt="2026-05-12T15:21:59.037" v="924" actId="14100"/>
          <ac:picMkLst>
            <pc:docMk/>
            <pc:sldMk cId="2134881497" sldId="257"/>
            <ac:picMk id="37" creationId="{C087115B-C0AB-7078-F30F-47FEB5E722D1}"/>
          </ac:picMkLst>
        </pc:picChg>
        <pc:picChg chg="add mod">
          <ac:chgData name="Rahman, Mohammad Saidur" userId="3d307f43-1d85-49b1-8927-9626b07eda0b" providerId="ADAL" clId="{9B07A3E3-3441-52CD-949D-6D840572A373}" dt="2026-05-12T15:22:12.023" v="928" actId="1076"/>
          <ac:picMkLst>
            <pc:docMk/>
            <pc:sldMk cId="2134881497" sldId="257"/>
            <ac:picMk id="1026" creationId="{57C0E9D5-A57A-366D-D71A-D627EE7C8C16}"/>
          </ac:picMkLst>
        </pc:picChg>
      </pc:sldChg>
      <pc:sldChg chg="addSp delSp modSp mod setBg modClrScheme chgLayout">
        <pc:chgData name="Rahman, Mohammad Saidur" userId="3d307f43-1d85-49b1-8927-9626b07eda0b" providerId="ADAL" clId="{9B07A3E3-3441-52CD-949D-6D840572A373}" dt="2026-05-11T22:38:08.369" v="296" actId="403"/>
        <pc:sldMkLst>
          <pc:docMk/>
          <pc:sldMk cId="665559220" sldId="270"/>
        </pc:sldMkLst>
        <pc:spChg chg="mod ord">
          <ac:chgData name="Rahman, Mohammad Saidur" userId="3d307f43-1d85-49b1-8927-9626b07eda0b" providerId="ADAL" clId="{9B07A3E3-3441-52CD-949D-6D840572A373}" dt="2026-05-11T22:37:13.724" v="268" actId="700"/>
          <ac:spMkLst>
            <pc:docMk/>
            <pc:sldMk cId="665559220" sldId="270"/>
            <ac:spMk id="3" creationId="{80128E81-CA55-1C86-D1F8-452D8D9B7848}"/>
          </ac:spMkLst>
        </pc:spChg>
        <pc:spChg chg="add mod ord">
          <ac:chgData name="Rahman, Mohammad Saidur" userId="3d307f43-1d85-49b1-8927-9626b07eda0b" providerId="ADAL" clId="{9B07A3E3-3441-52CD-949D-6D840572A373}" dt="2026-05-11T22:37:15.949" v="271" actId="20577"/>
          <ac:spMkLst>
            <pc:docMk/>
            <pc:sldMk cId="665559220" sldId="270"/>
            <ac:spMk id="4" creationId="{8C2E087E-656F-0392-B04E-78AE85D56BA0}"/>
          </ac:spMkLst>
        </pc:spChg>
        <pc:spChg chg="mod">
          <ac:chgData name="Rahman, Mohammad Saidur" userId="3d307f43-1d85-49b1-8927-9626b07eda0b" providerId="ADAL" clId="{9B07A3E3-3441-52CD-949D-6D840572A373}" dt="2026-05-11T22:37:43.997" v="280" actId="404"/>
          <ac:spMkLst>
            <pc:docMk/>
            <pc:sldMk cId="665559220" sldId="270"/>
            <ac:spMk id="9" creationId="{BDD6EA8F-785A-2551-AA02-BAD10D92EF72}"/>
          </ac:spMkLst>
        </pc:spChg>
        <pc:spChg chg="mod">
          <ac:chgData name="Rahman, Mohammad Saidur" userId="3d307f43-1d85-49b1-8927-9626b07eda0b" providerId="ADAL" clId="{9B07A3E3-3441-52CD-949D-6D840572A373}" dt="2026-05-11T22:38:08.369" v="296" actId="403"/>
          <ac:spMkLst>
            <pc:docMk/>
            <pc:sldMk cId="665559220" sldId="270"/>
            <ac:spMk id="24" creationId="{5D83D983-92FC-09E1-D9F3-FC23E0E9216C}"/>
          </ac:spMkLst>
        </pc:spChg>
        <pc:spChg chg="mod">
          <ac:chgData name="Rahman, Mohammad Saidur" userId="3d307f43-1d85-49b1-8927-9626b07eda0b" providerId="ADAL" clId="{9B07A3E3-3441-52CD-949D-6D840572A373}" dt="2026-05-11T22:37:58.513" v="288" actId="403"/>
          <ac:spMkLst>
            <pc:docMk/>
            <pc:sldMk cId="665559220" sldId="270"/>
            <ac:spMk id="32" creationId="{EED96296-FBD5-38B5-01F7-B079EB051176}"/>
          </ac:spMkLst>
        </pc:spChg>
      </pc:sldChg>
      <pc:sldChg chg="addSp delSp modSp mod setBg modClrScheme delAnim chgLayout">
        <pc:chgData name="Rahman, Mohammad Saidur" userId="3d307f43-1d85-49b1-8927-9626b07eda0b" providerId="ADAL" clId="{9B07A3E3-3441-52CD-949D-6D840572A373}" dt="2026-05-11T22:48:59.304" v="419" actId="1076"/>
        <pc:sldMkLst>
          <pc:docMk/>
          <pc:sldMk cId="1742766860" sldId="278"/>
        </pc:sldMkLst>
        <pc:spChg chg="add mod">
          <ac:chgData name="Rahman, Mohammad Saidur" userId="3d307f43-1d85-49b1-8927-9626b07eda0b" providerId="ADAL" clId="{9B07A3E3-3441-52CD-949D-6D840572A373}" dt="2026-05-11T22:39:01.078" v="318" actId="1076"/>
          <ac:spMkLst>
            <pc:docMk/>
            <pc:sldMk cId="1742766860" sldId="278"/>
            <ac:spMk id="2" creationId="{393DCE8C-EEBA-367E-A2BB-5FEEC27A34BE}"/>
          </ac:spMkLst>
        </pc:spChg>
        <pc:spChg chg="mod ord">
          <ac:chgData name="Rahman, Mohammad Saidur" userId="3d307f43-1d85-49b1-8927-9626b07eda0b" providerId="ADAL" clId="{9B07A3E3-3441-52CD-949D-6D840572A373}" dt="2026-05-11T22:48:10.689" v="414" actId="700"/>
          <ac:spMkLst>
            <pc:docMk/>
            <pc:sldMk cId="1742766860" sldId="278"/>
            <ac:spMk id="6" creationId="{FF05767A-5DE8-A889-4021-08D604DCEC3E}"/>
          </ac:spMkLst>
        </pc:spChg>
        <pc:spChg chg="mod topLvl">
          <ac:chgData name="Rahman, Mohammad Saidur" userId="3d307f43-1d85-49b1-8927-9626b07eda0b" providerId="ADAL" clId="{9B07A3E3-3441-52CD-949D-6D840572A373}" dt="2026-05-11T22:39:04.055" v="319" actId="1076"/>
          <ac:spMkLst>
            <pc:docMk/>
            <pc:sldMk cId="1742766860" sldId="278"/>
            <ac:spMk id="7" creationId="{46FC42A5-08AF-F044-D741-D24605C45305}"/>
          </ac:spMkLst>
        </pc:spChg>
        <pc:spChg chg="mod topLvl">
          <ac:chgData name="Rahman, Mohammad Saidur" userId="3d307f43-1d85-49b1-8927-9626b07eda0b" providerId="ADAL" clId="{9B07A3E3-3441-52CD-949D-6D840572A373}" dt="2026-05-11T22:40:02.468" v="336" actId="1076"/>
          <ac:spMkLst>
            <pc:docMk/>
            <pc:sldMk cId="1742766860" sldId="278"/>
            <ac:spMk id="9" creationId="{0F95E580-A1A3-FE17-B100-B8370D64FBF4}"/>
          </ac:spMkLst>
        </pc:spChg>
        <pc:spChg chg="add mod">
          <ac:chgData name="Rahman, Mohammad Saidur" userId="3d307f43-1d85-49b1-8927-9626b07eda0b" providerId="ADAL" clId="{9B07A3E3-3441-52CD-949D-6D840572A373}" dt="2026-05-11T22:39:58.942" v="335" actId="20577"/>
          <ac:spMkLst>
            <pc:docMk/>
            <pc:sldMk cId="1742766860" sldId="278"/>
            <ac:spMk id="10" creationId="{5A768A3B-84B6-9561-8BDC-3950B68802F5}"/>
          </ac:spMkLst>
        </pc:spChg>
        <pc:spChg chg="add mod">
          <ac:chgData name="Rahman, Mohammad Saidur" userId="3d307f43-1d85-49b1-8927-9626b07eda0b" providerId="ADAL" clId="{9B07A3E3-3441-52CD-949D-6D840572A373}" dt="2026-05-11T22:46:45.895" v="395" actId="14100"/>
          <ac:spMkLst>
            <pc:docMk/>
            <pc:sldMk cId="1742766860" sldId="278"/>
            <ac:spMk id="16" creationId="{2CA7BD8A-6707-10D7-A581-BB62F7CCED03}"/>
          </ac:spMkLst>
        </pc:spChg>
        <pc:spChg chg="add mod ord">
          <ac:chgData name="Rahman, Mohammad Saidur" userId="3d307f43-1d85-49b1-8927-9626b07eda0b" providerId="ADAL" clId="{9B07A3E3-3441-52CD-949D-6D840572A373}" dt="2026-05-11T22:48:13.350" v="417" actId="20577"/>
          <ac:spMkLst>
            <pc:docMk/>
            <pc:sldMk cId="1742766860" sldId="278"/>
            <ac:spMk id="17" creationId="{4017B8D1-A7BA-5182-604C-DC3D7BA95964}"/>
          </ac:spMkLst>
        </pc:spChg>
        <pc:spChg chg="mod">
          <ac:chgData name="Rahman, Mohammad Saidur" userId="3d307f43-1d85-49b1-8927-9626b07eda0b" providerId="ADAL" clId="{9B07A3E3-3441-52CD-949D-6D840572A373}" dt="2026-05-11T22:48:02.369" v="411" actId="20577"/>
          <ac:spMkLst>
            <pc:docMk/>
            <pc:sldMk cId="1742766860" sldId="278"/>
            <ac:spMk id="28" creationId="{C23A7C29-45F0-54F7-D5FF-323993143A47}"/>
          </ac:spMkLst>
        </pc:spChg>
        <pc:grpChg chg="mod">
          <ac:chgData name="Rahman, Mohammad Saidur" userId="3d307f43-1d85-49b1-8927-9626b07eda0b" providerId="ADAL" clId="{9B07A3E3-3441-52CD-949D-6D840572A373}" dt="2026-05-11T22:48:24.494" v="418" actId="1076"/>
          <ac:grpSpMkLst>
            <pc:docMk/>
            <pc:sldMk cId="1742766860" sldId="278"/>
            <ac:grpSpMk id="15" creationId="{A4071B64-0590-5100-C1EC-E5297E6BA9B3}"/>
          </ac:grpSpMkLst>
        </pc:grpChg>
        <pc:picChg chg="mod">
          <ac:chgData name="Rahman, Mohammad Saidur" userId="3d307f43-1d85-49b1-8927-9626b07eda0b" providerId="ADAL" clId="{9B07A3E3-3441-52CD-949D-6D840572A373}" dt="2026-05-11T22:46:23.934" v="392" actId="14100"/>
          <ac:picMkLst>
            <pc:docMk/>
            <pc:sldMk cId="1742766860" sldId="278"/>
            <ac:picMk id="4" creationId="{4D2F0D76-655A-9CA3-2550-5CBB9BAE4438}"/>
          </ac:picMkLst>
        </pc:picChg>
        <pc:picChg chg="mod">
          <ac:chgData name="Rahman, Mohammad Saidur" userId="3d307f43-1d85-49b1-8927-9626b07eda0b" providerId="ADAL" clId="{9B07A3E3-3441-52CD-949D-6D840572A373}" dt="2026-05-11T22:48:59.304" v="419" actId="1076"/>
          <ac:picMkLst>
            <pc:docMk/>
            <pc:sldMk cId="1742766860" sldId="278"/>
            <ac:picMk id="27" creationId="{007A99EA-863B-083D-AB6F-38D783966678}"/>
          </ac:picMkLst>
        </pc:picChg>
      </pc:sldChg>
      <pc:sldChg chg="addSp modSp mod">
        <pc:chgData name="Rahman, Mohammad Saidur" userId="3d307f43-1d85-49b1-8927-9626b07eda0b" providerId="ADAL" clId="{9B07A3E3-3441-52CD-949D-6D840572A373}" dt="2026-05-12T15:24:28.408" v="933" actId="14100"/>
        <pc:sldMkLst>
          <pc:docMk/>
          <pc:sldMk cId="151238273" sldId="285"/>
        </pc:sldMkLst>
        <pc:spChg chg="add mod">
          <ac:chgData name="Rahman, Mohammad Saidur" userId="3d307f43-1d85-49b1-8927-9626b07eda0b" providerId="ADAL" clId="{9B07A3E3-3441-52CD-949D-6D840572A373}" dt="2026-05-11T23:26:39.681" v="801" actId="207"/>
          <ac:spMkLst>
            <pc:docMk/>
            <pc:sldMk cId="151238273" sldId="285"/>
            <ac:spMk id="9" creationId="{F2F51F43-F1B7-B98C-57CF-5AAAC5128C48}"/>
          </ac:spMkLst>
        </pc:spChg>
        <pc:spChg chg="mod">
          <ac:chgData name="Rahman, Mohammad Saidur" userId="3d307f43-1d85-49b1-8927-9626b07eda0b" providerId="ADAL" clId="{9B07A3E3-3441-52CD-949D-6D840572A373}" dt="2026-05-11T23:13:02.993" v="791" actId="1076"/>
          <ac:spMkLst>
            <pc:docMk/>
            <pc:sldMk cId="151238273" sldId="285"/>
            <ac:spMk id="12" creationId="{CD385E55-97A5-F483-D159-E272977AE22D}"/>
          </ac:spMkLst>
        </pc:spChg>
        <pc:spChg chg="add mod">
          <ac:chgData name="Rahman, Mohammad Saidur" userId="3d307f43-1d85-49b1-8927-9626b07eda0b" providerId="ADAL" clId="{9B07A3E3-3441-52CD-949D-6D840572A373}" dt="2026-05-11T23:27:11.110" v="854" actId="20577"/>
          <ac:spMkLst>
            <pc:docMk/>
            <pc:sldMk cId="151238273" sldId="285"/>
            <ac:spMk id="13" creationId="{E6794E99-2578-F0FB-EBA4-26BC7F192320}"/>
          </ac:spMkLst>
        </pc:spChg>
        <pc:picChg chg="mod">
          <ac:chgData name="Rahman, Mohammad Saidur" userId="3d307f43-1d85-49b1-8927-9626b07eda0b" providerId="ADAL" clId="{9B07A3E3-3441-52CD-949D-6D840572A373}" dt="2026-05-11T23:12:14.922" v="762" actId="1076"/>
          <ac:picMkLst>
            <pc:docMk/>
            <pc:sldMk cId="151238273" sldId="285"/>
            <ac:picMk id="7" creationId="{2582AC5D-1446-C466-010D-04F74364FA9D}"/>
          </ac:picMkLst>
        </pc:picChg>
        <pc:picChg chg="add mod">
          <ac:chgData name="Rahman, Mohammad Saidur" userId="3d307f43-1d85-49b1-8927-9626b07eda0b" providerId="ADAL" clId="{9B07A3E3-3441-52CD-949D-6D840572A373}" dt="2026-05-12T15:24:28.408" v="933" actId="14100"/>
          <ac:picMkLst>
            <pc:docMk/>
            <pc:sldMk cId="151238273" sldId="285"/>
            <ac:picMk id="11" creationId="{D58BA063-E544-DE7D-1FE3-1CEF61388856}"/>
          </ac:picMkLst>
        </pc:picChg>
      </pc:sldChg>
      <pc:sldChg chg="addSp delSp modSp mod chgLayout">
        <pc:chgData name="Rahman, Mohammad Saidur" userId="3d307f43-1d85-49b1-8927-9626b07eda0b" providerId="ADAL" clId="{9B07A3E3-3441-52CD-949D-6D840572A373}" dt="2026-05-11T22:43:49.840" v="376" actId="113"/>
        <pc:sldMkLst>
          <pc:docMk/>
          <pc:sldMk cId="2542713837" sldId="287"/>
        </pc:sldMkLst>
        <pc:spChg chg="mod ord">
          <ac:chgData name="Rahman, Mohammad Saidur" userId="3d307f43-1d85-49b1-8927-9626b07eda0b" providerId="ADAL" clId="{9B07A3E3-3441-52CD-949D-6D840572A373}" dt="2026-05-11T22:33:37.502" v="223" actId="700"/>
          <ac:spMkLst>
            <pc:docMk/>
            <pc:sldMk cId="2542713837" sldId="287"/>
            <ac:spMk id="3" creationId="{AED60E7B-5836-43CF-812A-9B1D457CC94B}"/>
          </ac:spMkLst>
        </pc:spChg>
        <pc:spChg chg="add del mod">
          <ac:chgData name="Rahman, Mohammad Saidur" userId="3d307f43-1d85-49b1-8927-9626b07eda0b" providerId="ADAL" clId="{9B07A3E3-3441-52CD-949D-6D840572A373}" dt="2026-05-11T22:43:49.840" v="376" actId="113"/>
          <ac:spMkLst>
            <pc:docMk/>
            <pc:sldMk cId="2542713837" sldId="287"/>
            <ac:spMk id="8" creationId="{BEB2EF1D-E034-8467-56DE-45DD2C3E147B}"/>
          </ac:spMkLst>
        </pc:spChg>
        <pc:spChg chg="add del mod">
          <ac:chgData name="Rahman, Mohammad Saidur" userId="3d307f43-1d85-49b1-8927-9626b07eda0b" providerId="ADAL" clId="{9B07A3E3-3441-52CD-949D-6D840572A373}" dt="2026-05-11T22:33:57.935" v="234" actId="1076"/>
          <ac:spMkLst>
            <pc:docMk/>
            <pc:sldMk cId="2542713837" sldId="287"/>
            <ac:spMk id="12" creationId="{6A2C2BF7-3C21-C187-946D-D8611EAB3683}"/>
          </ac:spMkLst>
        </pc:spChg>
        <pc:spChg chg="add mod ord">
          <ac:chgData name="Rahman, Mohammad Saidur" userId="3d307f43-1d85-49b1-8927-9626b07eda0b" providerId="ADAL" clId="{9B07A3E3-3441-52CD-949D-6D840572A373}" dt="2026-05-11T22:34:03.806" v="236" actId="1076"/>
          <ac:spMkLst>
            <pc:docMk/>
            <pc:sldMk cId="2542713837" sldId="287"/>
            <ac:spMk id="14" creationId="{5CC69465-BCF8-9072-5158-F1D76A5581E1}"/>
          </ac:spMkLst>
        </pc:spChg>
        <pc:spChg chg="mod">
          <ac:chgData name="Rahman, Mohammad Saidur" userId="3d307f43-1d85-49b1-8927-9626b07eda0b" providerId="ADAL" clId="{9B07A3E3-3441-52CD-949D-6D840572A373}" dt="2026-05-11T22:35:29.909" v="251" actId="1076"/>
          <ac:spMkLst>
            <pc:docMk/>
            <pc:sldMk cId="2542713837" sldId="287"/>
            <ac:spMk id="73" creationId="{83EA33AA-D40F-71E6-5688-63A361B5A8F5}"/>
          </ac:spMkLst>
        </pc:spChg>
        <pc:spChg chg="mod">
          <ac:chgData name="Rahman, Mohammad Saidur" userId="3d307f43-1d85-49b1-8927-9626b07eda0b" providerId="ADAL" clId="{9B07A3E3-3441-52CD-949D-6D840572A373}" dt="2026-05-11T22:35:17.548" v="250" actId="113"/>
          <ac:spMkLst>
            <pc:docMk/>
            <pc:sldMk cId="2542713837" sldId="287"/>
            <ac:spMk id="95" creationId="{CB26A9F5-EC38-EB66-E892-3DCFBF831C09}"/>
          </ac:spMkLst>
        </pc:spChg>
        <pc:spChg chg="mod">
          <ac:chgData name="Rahman, Mohammad Saidur" userId="3d307f43-1d85-49b1-8927-9626b07eda0b" providerId="ADAL" clId="{9B07A3E3-3441-52CD-949D-6D840572A373}" dt="2026-05-11T22:36:11.131" v="255" actId="1076"/>
          <ac:spMkLst>
            <pc:docMk/>
            <pc:sldMk cId="2542713837" sldId="287"/>
            <ac:spMk id="210" creationId="{EBEBFB7B-9C39-B6E5-3A22-530272BB7099}"/>
          </ac:spMkLst>
        </pc:spChg>
        <pc:grpChg chg="mod">
          <ac:chgData name="Rahman, Mohammad Saidur" userId="3d307f43-1d85-49b1-8927-9626b07eda0b" providerId="ADAL" clId="{9B07A3E3-3441-52CD-949D-6D840572A373}" dt="2026-05-11T22:35:55.523" v="253" actId="1076"/>
          <ac:grpSpMkLst>
            <pc:docMk/>
            <pc:sldMk cId="2542713837" sldId="287"/>
            <ac:grpSpMk id="97" creationId="{10550994-BC62-6D8D-5D2B-C5B2D4AECAC3}"/>
          </ac:grpSpMkLst>
        </pc:grpChg>
      </pc:sldChg>
      <pc:sldChg chg="addSp delSp modSp mod chgLayout">
        <pc:chgData name="Rahman, Mohammad Saidur" userId="3d307f43-1d85-49b1-8927-9626b07eda0b" providerId="ADAL" clId="{9B07A3E3-3441-52CD-949D-6D840572A373}" dt="2026-05-11T22:37:00.706" v="265" actId="20577"/>
        <pc:sldMkLst>
          <pc:docMk/>
          <pc:sldMk cId="1242652799" sldId="289"/>
        </pc:sldMkLst>
        <pc:spChg chg="add mod ord">
          <ac:chgData name="Rahman, Mohammad Saidur" userId="3d307f43-1d85-49b1-8927-9626b07eda0b" providerId="ADAL" clId="{9B07A3E3-3441-52CD-949D-6D840572A373}" dt="2026-05-11T22:37:00.706" v="265" actId="20577"/>
          <ac:spMkLst>
            <pc:docMk/>
            <pc:sldMk cId="1242652799" sldId="289"/>
            <ac:spMk id="2" creationId="{6A1C8185-46FF-1B74-75B6-9259A223EA42}"/>
          </ac:spMkLst>
        </pc:spChg>
        <pc:spChg chg="mod ord">
          <ac:chgData name="Rahman, Mohammad Saidur" userId="3d307f43-1d85-49b1-8927-9626b07eda0b" providerId="ADAL" clId="{9B07A3E3-3441-52CD-949D-6D840572A373}" dt="2026-05-11T22:36:54.839" v="261" actId="700"/>
          <ac:spMkLst>
            <pc:docMk/>
            <pc:sldMk cId="1242652799" sldId="289"/>
            <ac:spMk id="4" creationId="{DE2DD95E-CF65-AE09-5782-8B5058315BCA}"/>
          </ac:spMkLst>
        </pc:spChg>
      </pc:sldChg>
      <pc:sldChg chg="addSp delSp modSp mod addAnim delAnim modAnim chgLayout">
        <pc:chgData name="Rahman, Mohammad Saidur" userId="3d307f43-1d85-49b1-8927-9626b07eda0b" providerId="ADAL" clId="{9B07A3E3-3441-52CD-949D-6D840572A373}" dt="2026-05-11T23:09:08.286" v="735" actId="20577"/>
        <pc:sldMkLst>
          <pc:docMk/>
          <pc:sldMk cId="3690322319" sldId="290"/>
        </pc:sldMkLst>
        <pc:spChg chg="add mod ord">
          <ac:chgData name="Rahman, Mohammad Saidur" userId="3d307f43-1d85-49b1-8927-9626b07eda0b" providerId="ADAL" clId="{9B07A3E3-3441-52CD-949D-6D840572A373}" dt="2026-05-11T23:01:33.436" v="629" actId="20577"/>
          <ac:spMkLst>
            <pc:docMk/>
            <pc:sldMk cId="3690322319" sldId="290"/>
            <ac:spMk id="2" creationId="{C1369CA6-E52A-4A55-B8A5-C5958B01E562}"/>
          </ac:spMkLst>
        </pc:spChg>
        <pc:spChg chg="add mod">
          <ac:chgData name="Rahman, Mohammad Saidur" userId="3d307f43-1d85-49b1-8927-9626b07eda0b" providerId="ADAL" clId="{9B07A3E3-3441-52CD-949D-6D840572A373}" dt="2026-05-11T23:06:05.986" v="708" actId="1076"/>
          <ac:spMkLst>
            <pc:docMk/>
            <pc:sldMk cId="3690322319" sldId="290"/>
            <ac:spMk id="3" creationId="{185F0A3F-36B6-674F-8760-9756C74E43EE}"/>
          </ac:spMkLst>
        </pc:spChg>
        <pc:spChg chg="mod">
          <ac:chgData name="Rahman, Mohammad Saidur" userId="3d307f43-1d85-49b1-8927-9626b07eda0b" providerId="ADAL" clId="{9B07A3E3-3441-52CD-949D-6D840572A373}" dt="2026-05-11T23:02:46.276" v="645" actId="1076"/>
          <ac:spMkLst>
            <pc:docMk/>
            <pc:sldMk cId="3690322319" sldId="290"/>
            <ac:spMk id="1041" creationId="{D1F3C601-D7E0-37F2-6648-716928F6F05A}"/>
          </ac:spMkLst>
        </pc:spChg>
        <pc:spChg chg="mod">
          <ac:chgData name="Rahman, Mohammad Saidur" userId="3d307f43-1d85-49b1-8927-9626b07eda0b" providerId="ADAL" clId="{9B07A3E3-3441-52CD-949D-6D840572A373}" dt="2026-05-11T23:05:58.381" v="705" actId="113"/>
          <ac:spMkLst>
            <pc:docMk/>
            <pc:sldMk cId="3690322319" sldId="290"/>
            <ac:spMk id="1043" creationId="{56573C29-3CD2-56BE-5BBE-A5E13E3B7B6C}"/>
          </ac:spMkLst>
        </pc:spChg>
        <pc:spChg chg="mod topLvl">
          <ac:chgData name="Rahman, Mohammad Saidur" userId="3d307f43-1d85-49b1-8927-9626b07eda0b" providerId="ADAL" clId="{9B07A3E3-3441-52CD-949D-6D840572A373}" dt="2026-05-11T23:08:56.867" v="732" actId="20577"/>
          <ac:spMkLst>
            <pc:docMk/>
            <pc:sldMk cId="3690322319" sldId="290"/>
            <ac:spMk id="1049" creationId="{F87DFE28-BCF5-162D-D5A2-388F8CDA75A7}"/>
          </ac:spMkLst>
        </pc:spChg>
        <pc:spChg chg="mod ord">
          <ac:chgData name="Rahman, Mohammad Saidur" userId="3d307f43-1d85-49b1-8927-9626b07eda0b" providerId="ADAL" clId="{9B07A3E3-3441-52CD-949D-6D840572A373}" dt="2026-05-11T23:01:31.520" v="626" actId="700"/>
          <ac:spMkLst>
            <pc:docMk/>
            <pc:sldMk cId="3690322319" sldId="290"/>
            <ac:spMk id="1059" creationId="{3820FFC9-B1F4-CC00-B779-A6A8A222196A}"/>
          </ac:spMkLst>
        </pc:spChg>
        <pc:spChg chg="mod">
          <ac:chgData name="Rahman, Mohammad Saidur" userId="3d307f43-1d85-49b1-8927-9626b07eda0b" providerId="ADAL" clId="{9B07A3E3-3441-52CD-949D-6D840572A373}" dt="2026-05-11T23:09:08.286" v="735" actId="20577"/>
          <ac:spMkLst>
            <pc:docMk/>
            <pc:sldMk cId="3690322319" sldId="290"/>
            <ac:spMk id="1065" creationId="{05FDF3AD-DEF5-A049-46D3-E1567CDD6394}"/>
          </ac:spMkLst>
        </pc:spChg>
        <pc:grpChg chg="mod">
          <ac:chgData name="Rahman, Mohammad Saidur" userId="3d307f43-1d85-49b1-8927-9626b07eda0b" providerId="ADAL" clId="{9B07A3E3-3441-52CD-949D-6D840572A373}" dt="2026-05-11T23:03:02.672" v="653" actId="14100"/>
          <ac:grpSpMkLst>
            <pc:docMk/>
            <pc:sldMk cId="3690322319" sldId="290"/>
            <ac:grpSpMk id="1077" creationId="{4BDFDD79-6DD1-4C61-52E9-A3D098F506C5}"/>
          </ac:grpSpMkLst>
        </pc:grpChg>
        <pc:grpChg chg="add del mod">
          <ac:chgData name="Rahman, Mohammad Saidur" userId="3d307f43-1d85-49b1-8927-9626b07eda0b" providerId="ADAL" clId="{9B07A3E3-3441-52CD-949D-6D840572A373}" dt="2026-05-11T23:08:06.149" v="726" actId="1076"/>
          <ac:grpSpMkLst>
            <pc:docMk/>
            <pc:sldMk cId="3690322319" sldId="290"/>
            <ac:grpSpMk id="1079" creationId="{E3AE33E1-BDB2-03D0-3C2C-A872F4EE12E7}"/>
          </ac:grpSpMkLst>
        </pc:grpChg>
        <pc:picChg chg="add mod">
          <ac:chgData name="Rahman, Mohammad Saidur" userId="3d307f43-1d85-49b1-8927-9626b07eda0b" providerId="ADAL" clId="{9B07A3E3-3441-52CD-949D-6D840572A373}" dt="2026-05-11T23:08:20.699" v="729" actId="1076"/>
          <ac:picMkLst>
            <pc:docMk/>
            <pc:sldMk cId="3690322319" sldId="290"/>
            <ac:picMk id="4" creationId="{EFC8578B-1F20-59D9-9C1C-627B5FB7899A}"/>
          </ac:picMkLst>
        </pc:picChg>
        <pc:picChg chg="mod">
          <ac:chgData name="Rahman, Mohammad Saidur" userId="3d307f43-1d85-49b1-8927-9626b07eda0b" providerId="ADAL" clId="{9B07A3E3-3441-52CD-949D-6D840572A373}" dt="2026-05-11T23:03:02.672" v="653" actId="14100"/>
          <ac:picMkLst>
            <pc:docMk/>
            <pc:sldMk cId="3690322319" sldId="290"/>
            <ac:picMk id="1026" creationId="{4410C7D4-DB4F-AAB5-2334-216BD76FD81B}"/>
          </ac:picMkLst>
        </pc:picChg>
        <pc:picChg chg="mod">
          <ac:chgData name="Rahman, Mohammad Saidur" userId="3d307f43-1d85-49b1-8927-9626b07eda0b" providerId="ADAL" clId="{9B07A3E3-3441-52CD-949D-6D840572A373}" dt="2026-05-11T23:08:12.141" v="728" actId="1076"/>
          <ac:picMkLst>
            <pc:docMk/>
            <pc:sldMk cId="3690322319" sldId="290"/>
            <ac:picMk id="1042" creationId="{88CBB544-F17B-0214-F07F-41530AE9FD5B}"/>
          </ac:picMkLst>
        </pc:picChg>
      </pc:sldChg>
      <pc:sldChg chg="addSp delSp modSp mod delAnim modAnim chgLayout">
        <pc:chgData name="Rahman, Mohammad Saidur" userId="3d307f43-1d85-49b1-8927-9626b07eda0b" providerId="ADAL" clId="{9B07A3E3-3441-52CD-949D-6D840572A373}" dt="2026-05-11T23:05:52.479" v="704" actId="113"/>
        <pc:sldMkLst>
          <pc:docMk/>
          <pc:sldMk cId="2676228235" sldId="293"/>
        </pc:sldMkLst>
        <pc:spChg chg="add mod ord">
          <ac:chgData name="Rahman, Mohammad Saidur" userId="3d307f43-1d85-49b1-8927-9626b07eda0b" providerId="ADAL" clId="{9B07A3E3-3441-52CD-949D-6D840572A373}" dt="2026-05-11T22:49:23.250" v="430" actId="20577"/>
          <ac:spMkLst>
            <pc:docMk/>
            <pc:sldMk cId="2676228235" sldId="293"/>
            <ac:spMk id="2" creationId="{EA1E5DE2-4450-A4E0-BA4F-4E5D29E9ADBD}"/>
          </ac:spMkLst>
        </pc:spChg>
        <pc:spChg chg="add mod">
          <ac:chgData name="Rahman, Mohammad Saidur" userId="3d307f43-1d85-49b1-8927-9626b07eda0b" providerId="ADAL" clId="{9B07A3E3-3441-52CD-949D-6D840572A373}" dt="2026-05-11T22:56:21.921" v="571" actId="1076"/>
          <ac:spMkLst>
            <pc:docMk/>
            <pc:sldMk cId="2676228235" sldId="293"/>
            <ac:spMk id="4" creationId="{B61A62AD-2595-2FB7-E311-3DDE106D056D}"/>
          </ac:spMkLst>
        </pc:spChg>
        <pc:spChg chg="mod">
          <ac:chgData name="Rahman, Mohammad Saidur" userId="3d307f43-1d85-49b1-8927-9626b07eda0b" providerId="ADAL" clId="{9B07A3E3-3441-52CD-949D-6D840572A373}" dt="2026-05-11T22:53:40.535" v="470" actId="1076"/>
          <ac:spMkLst>
            <pc:docMk/>
            <pc:sldMk cId="2676228235" sldId="293"/>
            <ac:spMk id="14" creationId="{34C78F39-DEDD-E68A-F661-0B8B400AE6AB}"/>
          </ac:spMkLst>
        </pc:spChg>
        <pc:spChg chg="add del mod">
          <ac:chgData name="Rahman, Mohammad Saidur" userId="3d307f43-1d85-49b1-8927-9626b07eda0b" providerId="ADAL" clId="{9B07A3E3-3441-52CD-949D-6D840572A373}" dt="2026-05-11T22:56:25.934" v="572" actId="1076"/>
          <ac:spMkLst>
            <pc:docMk/>
            <pc:sldMk cId="2676228235" sldId="293"/>
            <ac:spMk id="16" creationId="{05E2993B-12DB-8A1E-8919-12A3F72D02D1}"/>
          </ac:spMkLst>
        </pc:spChg>
        <pc:spChg chg="mod">
          <ac:chgData name="Rahman, Mohammad Saidur" userId="3d307f43-1d85-49b1-8927-9626b07eda0b" providerId="ADAL" clId="{9B07A3E3-3441-52CD-949D-6D840572A373}" dt="2026-05-11T23:05:52.479" v="704" actId="113"/>
          <ac:spMkLst>
            <pc:docMk/>
            <pc:sldMk cId="2676228235" sldId="293"/>
            <ac:spMk id="18" creationId="{ACBFE085-7EC8-BCC0-B937-74E92976F67C}"/>
          </ac:spMkLst>
        </pc:spChg>
        <pc:spChg chg="mod">
          <ac:chgData name="Rahman, Mohammad Saidur" userId="3d307f43-1d85-49b1-8927-9626b07eda0b" providerId="ADAL" clId="{9B07A3E3-3441-52CD-949D-6D840572A373}" dt="2026-05-11T22:59:19.934" v="599" actId="1076"/>
          <ac:spMkLst>
            <pc:docMk/>
            <pc:sldMk cId="2676228235" sldId="293"/>
            <ac:spMk id="19" creationId="{869573B6-C5AF-C668-4CF8-D6C4A1D62820}"/>
          </ac:spMkLst>
        </pc:spChg>
        <pc:spChg chg="mod">
          <ac:chgData name="Rahman, Mohammad Saidur" userId="3d307f43-1d85-49b1-8927-9626b07eda0b" providerId="ADAL" clId="{9B07A3E3-3441-52CD-949D-6D840572A373}" dt="2026-05-11T22:55:04.222" v="560" actId="1037"/>
          <ac:spMkLst>
            <pc:docMk/>
            <pc:sldMk cId="2676228235" sldId="293"/>
            <ac:spMk id="54" creationId="{00D291E9-FCAB-37FB-E76E-3A2C541E2695}"/>
          </ac:spMkLst>
        </pc:spChg>
        <pc:spChg chg="mod">
          <ac:chgData name="Rahman, Mohammad Saidur" userId="3d307f43-1d85-49b1-8927-9626b07eda0b" providerId="ADAL" clId="{9B07A3E3-3441-52CD-949D-6D840572A373}" dt="2026-05-11T22:55:04.222" v="560" actId="1037"/>
          <ac:spMkLst>
            <pc:docMk/>
            <pc:sldMk cId="2676228235" sldId="293"/>
            <ac:spMk id="59" creationId="{887019B1-D6AD-9BAC-BE12-50FDB2FA73BA}"/>
          </ac:spMkLst>
        </pc:spChg>
        <pc:spChg chg="mod">
          <ac:chgData name="Rahman, Mohammad Saidur" userId="3d307f43-1d85-49b1-8927-9626b07eda0b" providerId="ADAL" clId="{9B07A3E3-3441-52CD-949D-6D840572A373}" dt="2026-05-11T22:55:04.222" v="560" actId="1037"/>
          <ac:spMkLst>
            <pc:docMk/>
            <pc:sldMk cId="2676228235" sldId="293"/>
            <ac:spMk id="60" creationId="{86691074-DF7A-0374-2C02-E6BAFEDEEAC3}"/>
          </ac:spMkLst>
        </pc:spChg>
        <pc:spChg chg="mod">
          <ac:chgData name="Rahman, Mohammad Saidur" userId="3d307f43-1d85-49b1-8927-9626b07eda0b" providerId="ADAL" clId="{9B07A3E3-3441-52CD-949D-6D840572A373}" dt="2026-05-11T22:55:04.222" v="560" actId="1037"/>
          <ac:spMkLst>
            <pc:docMk/>
            <pc:sldMk cId="2676228235" sldId="293"/>
            <ac:spMk id="61" creationId="{F457F92A-D8AC-CF98-D5BE-EAE04DF2D5E9}"/>
          </ac:spMkLst>
        </pc:spChg>
        <pc:spChg chg="mod">
          <ac:chgData name="Rahman, Mohammad Saidur" userId="3d307f43-1d85-49b1-8927-9626b07eda0b" providerId="ADAL" clId="{9B07A3E3-3441-52CD-949D-6D840572A373}" dt="2026-05-11T22:55:04.222" v="560" actId="1037"/>
          <ac:spMkLst>
            <pc:docMk/>
            <pc:sldMk cId="2676228235" sldId="293"/>
            <ac:spMk id="62" creationId="{8B262A6B-23DB-2DBF-4793-87EBDA8F5688}"/>
          </ac:spMkLst>
        </pc:spChg>
        <pc:spChg chg="mod">
          <ac:chgData name="Rahman, Mohammad Saidur" userId="3d307f43-1d85-49b1-8927-9626b07eda0b" providerId="ADAL" clId="{9B07A3E3-3441-52CD-949D-6D840572A373}" dt="2026-05-11T23:00:52.721" v="617" actId="20577"/>
          <ac:spMkLst>
            <pc:docMk/>
            <pc:sldMk cId="2676228235" sldId="293"/>
            <ac:spMk id="91" creationId="{A7A91CFB-81F6-126A-7A70-99CEAA7233D0}"/>
          </ac:spMkLst>
        </pc:spChg>
        <pc:spChg chg="mod ord">
          <ac:chgData name="Rahman, Mohammad Saidur" userId="3d307f43-1d85-49b1-8927-9626b07eda0b" providerId="ADAL" clId="{9B07A3E3-3441-52CD-949D-6D840572A373}" dt="2026-05-11T22:49:12.394" v="422" actId="700"/>
          <ac:spMkLst>
            <pc:docMk/>
            <pc:sldMk cId="2676228235" sldId="293"/>
            <ac:spMk id="92" creationId="{4B0B4C06-0CFD-0A66-1382-09CC038DBFFB}"/>
          </ac:spMkLst>
        </pc:spChg>
        <pc:grpChg chg="mod">
          <ac:chgData name="Rahman, Mohammad Saidur" userId="3d307f43-1d85-49b1-8927-9626b07eda0b" providerId="ADAL" clId="{9B07A3E3-3441-52CD-949D-6D840572A373}" dt="2026-05-11T22:55:04.222" v="560" actId="1037"/>
          <ac:grpSpMkLst>
            <pc:docMk/>
            <pc:sldMk cId="2676228235" sldId="293"/>
            <ac:grpSpMk id="97" creationId="{F09BC733-8C2F-1EDA-72C1-55B2164D3A6B}"/>
          </ac:grpSpMkLst>
        </pc:grpChg>
        <pc:grpChg chg="mod">
          <ac:chgData name="Rahman, Mohammad Saidur" userId="3d307f43-1d85-49b1-8927-9626b07eda0b" providerId="ADAL" clId="{9B07A3E3-3441-52CD-949D-6D840572A373}" dt="2026-05-11T22:55:04.222" v="560" actId="1037"/>
          <ac:grpSpMkLst>
            <pc:docMk/>
            <pc:sldMk cId="2676228235" sldId="293"/>
            <ac:grpSpMk id="98" creationId="{A0180810-58CB-8CE0-B9C8-225AB74D46F9}"/>
          </ac:grpSpMkLst>
        </pc:grpChg>
        <pc:grpChg chg="mod">
          <ac:chgData name="Rahman, Mohammad Saidur" userId="3d307f43-1d85-49b1-8927-9626b07eda0b" providerId="ADAL" clId="{9B07A3E3-3441-52CD-949D-6D840572A373}" dt="2026-05-11T22:59:49.291" v="608" actId="14100"/>
          <ac:grpSpMkLst>
            <pc:docMk/>
            <pc:sldMk cId="2676228235" sldId="293"/>
            <ac:grpSpMk id="100" creationId="{2BE1B280-9236-0AEA-C068-9F90C871A22D}"/>
          </ac:grpSpMkLst>
        </pc:grpChg>
        <pc:graphicFrameChg chg="mod modGraphic">
          <ac:chgData name="Rahman, Mohammad Saidur" userId="3d307f43-1d85-49b1-8927-9626b07eda0b" providerId="ADAL" clId="{9B07A3E3-3441-52CD-949D-6D840572A373}" dt="2026-05-11T22:55:04.222" v="560" actId="1037"/>
          <ac:graphicFrameMkLst>
            <pc:docMk/>
            <pc:sldMk cId="2676228235" sldId="293"/>
            <ac:graphicFrameMk id="21" creationId="{62C59B6D-3092-1A8B-CB94-34232AAC1C3C}"/>
          </ac:graphicFrameMkLst>
        </pc:graphicFrameChg>
        <pc:picChg chg="add del mod">
          <ac:chgData name="Rahman, Mohammad Saidur" userId="3d307f43-1d85-49b1-8927-9626b07eda0b" providerId="ADAL" clId="{9B07A3E3-3441-52CD-949D-6D840572A373}" dt="2026-05-11T22:59:40.702" v="606" actId="21"/>
          <ac:picMkLst>
            <pc:docMk/>
            <pc:sldMk cId="2676228235" sldId="293"/>
            <ac:picMk id="17" creationId="{BCD144AB-07EA-0428-F2BF-49D7629F5BEF}"/>
          </ac:picMkLst>
        </pc:picChg>
        <pc:picChg chg="mod topLvl">
          <ac:chgData name="Rahman, Mohammad Saidur" userId="3d307f43-1d85-49b1-8927-9626b07eda0b" providerId="ADAL" clId="{9B07A3E3-3441-52CD-949D-6D840572A373}" dt="2026-05-11T22:56:28.462" v="573" actId="1076"/>
          <ac:picMkLst>
            <pc:docMk/>
            <pc:sldMk cId="2676228235" sldId="293"/>
            <ac:picMk id="87" creationId="{81EFBEF9-7E91-5DA8-BDE3-FDE557BEBBDF}"/>
          </ac:picMkLst>
        </pc:picChg>
        <pc:cxnChg chg="mod">
          <ac:chgData name="Rahman, Mohammad Saidur" userId="3d307f43-1d85-49b1-8927-9626b07eda0b" providerId="ADAL" clId="{9B07A3E3-3441-52CD-949D-6D840572A373}" dt="2026-05-11T22:55:04.222" v="560" actId="1037"/>
          <ac:cxnSpMkLst>
            <pc:docMk/>
            <pc:sldMk cId="2676228235" sldId="293"/>
            <ac:cxnSpMk id="52" creationId="{314E71C7-9DE7-FF24-EBD1-D774A91926E0}"/>
          </ac:cxnSpMkLst>
        </pc:cxnChg>
        <pc:cxnChg chg="mod">
          <ac:chgData name="Rahman, Mohammad Saidur" userId="3d307f43-1d85-49b1-8927-9626b07eda0b" providerId="ADAL" clId="{9B07A3E3-3441-52CD-949D-6D840572A373}" dt="2026-05-11T22:55:04.222" v="560" actId="1037"/>
          <ac:cxnSpMkLst>
            <pc:docMk/>
            <pc:sldMk cId="2676228235" sldId="293"/>
            <ac:cxnSpMk id="56" creationId="{56F0A77D-AD5E-5ED0-E172-ECFA4E56A406}"/>
          </ac:cxnSpMkLst>
        </pc:cxnChg>
        <pc:cxnChg chg="mod">
          <ac:chgData name="Rahman, Mohammad Saidur" userId="3d307f43-1d85-49b1-8927-9626b07eda0b" providerId="ADAL" clId="{9B07A3E3-3441-52CD-949D-6D840572A373}" dt="2026-05-11T22:54:38.686" v="506" actId="14100"/>
          <ac:cxnSpMkLst>
            <pc:docMk/>
            <pc:sldMk cId="2676228235" sldId="293"/>
            <ac:cxnSpMk id="89" creationId="{E67161F2-2242-C54F-74BF-74E806F00BDB}"/>
          </ac:cxnSpMkLst>
        </pc:cxnChg>
      </pc:sldChg>
      <pc:sldChg chg="addSp delSp modSp mod chgLayout">
        <pc:chgData name="Rahman, Mohammad Saidur" userId="3d307f43-1d85-49b1-8927-9626b07eda0b" providerId="ADAL" clId="{9B07A3E3-3441-52CD-949D-6D840572A373}" dt="2026-05-11T23:09:23.869" v="741" actId="20577"/>
        <pc:sldMkLst>
          <pc:docMk/>
          <pc:sldMk cId="4269700391" sldId="294"/>
        </pc:sldMkLst>
        <pc:spChg chg="add mod ord">
          <ac:chgData name="Rahman, Mohammad Saidur" userId="3d307f43-1d85-49b1-8927-9626b07eda0b" providerId="ADAL" clId="{9B07A3E3-3441-52CD-949D-6D840572A373}" dt="2026-05-11T23:09:23.869" v="741" actId="20577"/>
          <ac:spMkLst>
            <pc:docMk/>
            <pc:sldMk cId="4269700391" sldId="294"/>
            <ac:spMk id="2" creationId="{B217666F-E4DF-9778-6E42-B1C0FDB49EA6}"/>
          </ac:spMkLst>
        </pc:spChg>
        <pc:spChg chg="mod ord">
          <ac:chgData name="Rahman, Mohammad Saidur" userId="3d307f43-1d85-49b1-8927-9626b07eda0b" providerId="ADAL" clId="{9B07A3E3-3441-52CD-949D-6D840572A373}" dt="2026-05-11T23:09:22.160" v="738" actId="700"/>
          <ac:spMkLst>
            <pc:docMk/>
            <pc:sldMk cId="4269700391" sldId="294"/>
            <ac:spMk id="24" creationId="{6BC86F5F-470F-09C3-5BB8-2AF153D1BCAD}"/>
          </ac:spMkLst>
        </pc:spChg>
      </pc:sldChg>
      <pc:sldChg chg="addSp delSp modSp mod chgLayout">
        <pc:chgData name="Rahman, Mohammad Saidur" userId="3d307f43-1d85-49b1-8927-9626b07eda0b" providerId="ADAL" clId="{9B07A3E3-3441-52CD-949D-6D840572A373}" dt="2026-05-12T15:24:06.462" v="932" actId="1076"/>
        <pc:sldMkLst>
          <pc:docMk/>
          <pc:sldMk cId="1171050525" sldId="295"/>
        </pc:sldMkLst>
        <pc:spChg chg="add mod ord">
          <ac:chgData name="Rahman, Mohammad Saidur" userId="3d307f43-1d85-49b1-8927-9626b07eda0b" providerId="ADAL" clId="{9B07A3E3-3441-52CD-949D-6D840572A373}" dt="2026-05-11T23:09:50.951" v="748" actId="20577"/>
          <ac:spMkLst>
            <pc:docMk/>
            <pc:sldMk cId="1171050525" sldId="295"/>
            <ac:spMk id="2" creationId="{DE8C910D-5011-FA94-AB03-D1CC952D976E}"/>
          </ac:spMkLst>
        </pc:spChg>
        <pc:spChg chg="mod">
          <ac:chgData name="Rahman, Mohammad Saidur" userId="3d307f43-1d85-49b1-8927-9626b07eda0b" providerId="ADAL" clId="{9B07A3E3-3441-52CD-949D-6D840572A373}" dt="2026-05-12T15:24:06.462" v="932" actId="1076"/>
          <ac:spMkLst>
            <pc:docMk/>
            <pc:sldMk cId="1171050525" sldId="295"/>
            <ac:spMk id="5" creationId="{3B78B300-D664-6D5B-7D77-1F69FCF33AF5}"/>
          </ac:spMkLst>
        </pc:spChg>
        <pc:spChg chg="mod">
          <ac:chgData name="Rahman, Mohammad Saidur" userId="3d307f43-1d85-49b1-8927-9626b07eda0b" providerId="ADAL" clId="{9B07A3E3-3441-52CD-949D-6D840572A373}" dt="2026-05-11T23:29:35.001" v="897" actId="1076"/>
          <ac:spMkLst>
            <pc:docMk/>
            <pc:sldMk cId="1171050525" sldId="295"/>
            <ac:spMk id="7" creationId="{ADFC8005-AD2A-655C-2267-77F88B20C03C}"/>
          </ac:spMkLst>
        </pc:spChg>
        <pc:spChg chg="mod">
          <ac:chgData name="Rahman, Mohammad Saidur" userId="3d307f43-1d85-49b1-8927-9626b07eda0b" providerId="ADAL" clId="{9B07A3E3-3441-52CD-949D-6D840572A373}" dt="2026-05-11T23:29:39.457" v="899" actId="1076"/>
          <ac:spMkLst>
            <pc:docMk/>
            <pc:sldMk cId="1171050525" sldId="295"/>
            <ac:spMk id="11" creationId="{582273C5-DC82-1725-7E08-376C442ED91E}"/>
          </ac:spMkLst>
        </pc:spChg>
        <pc:spChg chg="mod">
          <ac:chgData name="Rahman, Mohammad Saidur" userId="3d307f43-1d85-49b1-8927-9626b07eda0b" providerId="ADAL" clId="{9B07A3E3-3441-52CD-949D-6D840572A373}" dt="2026-05-11T23:29:47.608" v="901" actId="1076"/>
          <ac:spMkLst>
            <pc:docMk/>
            <pc:sldMk cId="1171050525" sldId="295"/>
            <ac:spMk id="15" creationId="{936B3072-C02C-897E-91B5-B9FBCD60E436}"/>
          </ac:spMkLst>
        </pc:spChg>
        <pc:spChg chg="mod ord">
          <ac:chgData name="Rahman, Mohammad Saidur" userId="3d307f43-1d85-49b1-8927-9626b07eda0b" providerId="ADAL" clId="{9B07A3E3-3441-52CD-949D-6D840572A373}" dt="2026-05-11T23:09:49.566" v="745" actId="700"/>
          <ac:spMkLst>
            <pc:docMk/>
            <pc:sldMk cId="1171050525" sldId="295"/>
            <ac:spMk id="25" creationId="{59D4B69E-BA68-A2A7-EECA-A438EA278F23}"/>
          </ac:spMkLst>
        </pc:spChg>
        <pc:grpChg chg="mod">
          <ac:chgData name="Rahman, Mohammad Saidur" userId="3d307f43-1d85-49b1-8927-9626b07eda0b" providerId="ADAL" clId="{9B07A3E3-3441-52CD-949D-6D840572A373}" dt="2026-05-12T15:24:06.462" v="932" actId="1076"/>
          <ac:grpSpMkLst>
            <pc:docMk/>
            <pc:sldMk cId="1171050525" sldId="295"/>
            <ac:grpSpMk id="6" creationId="{25C63C2F-7750-E9E1-2DA8-535801F91EB7}"/>
          </ac:grpSpMkLst>
        </pc:grpChg>
        <pc:grpChg chg="mod">
          <ac:chgData name="Rahman, Mohammad Saidur" userId="3d307f43-1d85-49b1-8927-9626b07eda0b" providerId="ADAL" clId="{9B07A3E3-3441-52CD-949D-6D840572A373}" dt="2026-05-11T23:29:35.001" v="897" actId="1076"/>
          <ac:grpSpMkLst>
            <pc:docMk/>
            <pc:sldMk cId="1171050525" sldId="295"/>
            <ac:grpSpMk id="18" creationId="{409B9F71-5CA3-0899-D67C-EF44F0BD92C0}"/>
          </ac:grpSpMkLst>
        </pc:grpChg>
        <pc:grpChg chg="mod">
          <ac:chgData name="Rahman, Mohammad Saidur" userId="3d307f43-1d85-49b1-8927-9626b07eda0b" providerId="ADAL" clId="{9B07A3E3-3441-52CD-949D-6D840572A373}" dt="2026-05-11T23:29:39.457" v="899" actId="1076"/>
          <ac:grpSpMkLst>
            <pc:docMk/>
            <pc:sldMk cId="1171050525" sldId="295"/>
            <ac:grpSpMk id="23" creationId="{3CAA9578-258E-9CBF-52F7-F6786D6379D3}"/>
          </ac:grpSpMkLst>
        </pc:grpChg>
        <pc:picChg chg="mod">
          <ac:chgData name="Rahman, Mohammad Saidur" userId="3d307f43-1d85-49b1-8927-9626b07eda0b" providerId="ADAL" clId="{9B07A3E3-3441-52CD-949D-6D840572A373}" dt="2026-05-12T15:24:06.462" v="932" actId="1076"/>
          <ac:picMkLst>
            <pc:docMk/>
            <pc:sldMk cId="1171050525" sldId="295"/>
            <ac:picMk id="1034" creationId="{7B05E86C-4BA7-1278-72E7-7EDAE3FF8BC9}"/>
          </ac:picMkLst>
        </pc:picChg>
        <pc:picChg chg="mod">
          <ac:chgData name="Rahman, Mohammad Saidur" userId="3d307f43-1d85-49b1-8927-9626b07eda0b" providerId="ADAL" clId="{9B07A3E3-3441-52CD-949D-6D840572A373}" dt="2026-05-11T23:29:35.001" v="897" actId="1076"/>
          <ac:picMkLst>
            <pc:docMk/>
            <pc:sldMk cId="1171050525" sldId="295"/>
            <ac:picMk id="3076" creationId="{337AF2C3-6EA1-7EDB-C96C-783880E3344D}"/>
          </ac:picMkLst>
        </pc:picChg>
        <pc:picChg chg="mod">
          <ac:chgData name="Rahman, Mohammad Saidur" userId="3d307f43-1d85-49b1-8927-9626b07eda0b" providerId="ADAL" clId="{9B07A3E3-3441-52CD-949D-6D840572A373}" dt="2026-05-11T23:29:39.457" v="899" actId="1076"/>
          <ac:picMkLst>
            <pc:docMk/>
            <pc:sldMk cId="1171050525" sldId="295"/>
            <ac:picMk id="3080" creationId="{9FA83148-5E55-1DA6-7D40-FC11B616F3BC}"/>
          </ac:picMkLst>
        </pc:picChg>
      </pc:sldChg>
      <pc:sldMasterChg chg="modSldLayout">
        <pc:chgData name="Rahman, Mohammad Saidur" userId="3d307f43-1d85-49b1-8927-9626b07eda0b" providerId="ADAL" clId="{9B07A3E3-3441-52CD-949D-6D840572A373}" dt="2026-05-11T22:32:31.303" v="217" actId="14100"/>
        <pc:sldMasterMkLst>
          <pc:docMk/>
          <pc:sldMasterMk cId="1376198614" sldId="2147483648"/>
        </pc:sldMasterMkLst>
        <pc:sldLayoutChg chg="addSp delSp modSp mod">
          <pc:chgData name="Rahman, Mohammad Saidur" userId="3d307f43-1d85-49b1-8927-9626b07eda0b" providerId="ADAL" clId="{9B07A3E3-3441-52CD-949D-6D840572A373}" dt="2026-05-08T17:05:42.077" v="107" actId="21"/>
          <pc:sldLayoutMkLst>
            <pc:docMk/>
            <pc:sldMasterMk cId="1376198614" sldId="2147483648"/>
            <pc:sldLayoutMk cId="1468135225" sldId="2147483655"/>
          </pc:sldLayoutMkLst>
        </pc:sldLayoutChg>
        <pc:sldLayoutChg chg="addSp delSp modSp mod">
          <pc:chgData name="Rahman, Mohammad Saidur" userId="3d307f43-1d85-49b1-8927-9626b07eda0b" providerId="ADAL" clId="{9B07A3E3-3441-52CD-949D-6D840572A373}" dt="2026-05-11T22:32:31.303" v="217" actId="14100"/>
          <pc:sldLayoutMkLst>
            <pc:docMk/>
            <pc:sldMasterMk cId="1376198614" sldId="2147483648"/>
            <pc:sldLayoutMk cId="2693734912" sldId="2147483660"/>
          </pc:sldLayoutMkLst>
          <pc:spChg chg="mod">
            <ac:chgData name="Rahman, Mohammad Saidur" userId="3d307f43-1d85-49b1-8927-9626b07eda0b" providerId="ADAL" clId="{9B07A3E3-3441-52CD-949D-6D840572A373}" dt="2026-05-11T22:32:31.303" v="217" actId="14100"/>
            <ac:spMkLst>
              <pc:docMk/>
              <pc:sldMasterMk cId="1376198614" sldId="2147483648"/>
              <pc:sldLayoutMk cId="2693734912" sldId="2147483660"/>
              <ac:spMk id="2" creationId="{D347AEBE-1A2C-D05E-B116-1160734E093B}"/>
            </ac:spMkLst>
          </pc:spChg>
          <pc:spChg chg="add del mod">
            <ac:chgData name="Rahman, Mohammad Saidur" userId="3d307f43-1d85-49b1-8927-9626b07eda0b" providerId="ADAL" clId="{9B07A3E3-3441-52CD-949D-6D840572A373}" dt="2026-05-08T17:06:29.531" v="118" actId="1076"/>
            <ac:spMkLst>
              <pc:docMk/>
              <pc:sldMasterMk cId="1376198614" sldId="2147483648"/>
              <pc:sldLayoutMk cId="2693734912" sldId="2147483660"/>
              <ac:spMk id="5" creationId="{94FFACA6-9EF7-F1DC-4ED7-08C11534761C}"/>
            </ac:spMkLst>
          </pc:spChg>
          <pc:cxnChg chg="add mod">
            <ac:chgData name="Rahman, Mohammad Saidur" userId="3d307f43-1d85-49b1-8927-9626b07eda0b" providerId="ADAL" clId="{9B07A3E3-3441-52CD-949D-6D840572A373}" dt="2026-05-11T22:32:21.979" v="216" actId="1036"/>
            <ac:cxnSpMkLst>
              <pc:docMk/>
              <pc:sldMasterMk cId="1376198614" sldId="2147483648"/>
              <pc:sldLayoutMk cId="2693734912" sldId="2147483660"/>
              <ac:cxnSpMk id="6" creationId="{C7ED00BE-A172-6A96-2D4A-F83EFA8A6609}"/>
            </ac:cxnSpMkLst>
          </pc:cxnChg>
        </pc:sldLayoutChg>
      </pc:sldMasterChg>
    </pc:docChg>
  </pc:docChgLst>
  <pc:docChgLst>
    <pc:chgData name="Nowmi, Saeefa Rubaiyet R" userId="e8ad5586-1a97-4cc6-b00e-366d5f4cf40f" providerId="ADAL" clId="{E595B44A-E0A7-4901-82CF-F4690B9915EB}"/>
    <pc:docChg chg="undo redo custSel mod addSld delSld modSld sldOrd modMainMaster">
      <pc:chgData name="Nowmi, Saeefa Rubaiyet R" userId="e8ad5586-1a97-4cc6-b00e-366d5f4cf40f" providerId="ADAL" clId="{E595B44A-E0A7-4901-82CF-F4690B9915EB}" dt="2026-05-15T20:26:12.646" v="19669" actId="20577"/>
      <pc:docMkLst>
        <pc:docMk/>
      </pc:docMkLst>
      <pc:sldChg chg="addSp delSp modSp new mod setBg modNotesTx">
        <pc:chgData name="Nowmi, Saeefa Rubaiyet R" userId="e8ad5586-1a97-4cc6-b00e-366d5f4cf40f" providerId="ADAL" clId="{E595B44A-E0A7-4901-82CF-F4690B9915EB}" dt="2026-05-15T20:15:01.390" v="19616" actId="14100"/>
        <pc:sldMkLst>
          <pc:docMk/>
          <pc:sldMk cId="2134881497" sldId="257"/>
        </pc:sldMkLst>
        <pc:spChg chg="add mod">
          <ac:chgData name="Nowmi, Saeefa Rubaiyet R" userId="e8ad5586-1a97-4cc6-b00e-366d5f4cf40f" providerId="ADAL" clId="{E595B44A-E0A7-4901-82CF-F4690B9915EB}" dt="2026-04-29T21:08:35.600" v="658" actId="207"/>
          <ac:spMkLst>
            <pc:docMk/>
            <pc:sldMk cId="2134881497" sldId="257"/>
            <ac:spMk id="2" creationId="{962819DA-3FD7-3748-2494-009BD705B6F0}"/>
          </ac:spMkLst>
        </pc:spChg>
        <pc:spChg chg="mod">
          <ac:chgData name="Nowmi, Saeefa Rubaiyet R" userId="e8ad5586-1a97-4cc6-b00e-366d5f4cf40f" providerId="ADAL" clId="{E595B44A-E0A7-4901-82CF-F4690B9915EB}" dt="2026-05-11T21:54:22.246" v="12232" actId="1076"/>
          <ac:spMkLst>
            <pc:docMk/>
            <pc:sldMk cId="2134881497" sldId="257"/>
            <ac:spMk id="3" creationId="{AE2B6AFE-6C65-E0F1-4C2A-E9D408165F01}"/>
          </ac:spMkLst>
        </pc:spChg>
        <pc:spChg chg="mod">
          <ac:chgData name="Nowmi, Saeefa Rubaiyet R" userId="e8ad5586-1a97-4cc6-b00e-366d5f4cf40f" providerId="ADAL" clId="{E595B44A-E0A7-4901-82CF-F4690B9915EB}" dt="2026-05-14T20:05:56.656" v="19338" actId="20577"/>
          <ac:spMkLst>
            <pc:docMk/>
            <pc:sldMk cId="2134881497" sldId="257"/>
            <ac:spMk id="5" creationId="{33E81C03-52D9-9E33-C372-F69CE0715946}"/>
          </ac:spMkLst>
        </pc:spChg>
        <pc:spChg chg="add mod">
          <ac:chgData name="Nowmi, Saeefa Rubaiyet R" userId="e8ad5586-1a97-4cc6-b00e-366d5f4cf40f" providerId="ADAL" clId="{E595B44A-E0A7-4901-82CF-F4690B9915EB}" dt="2026-05-13T21:02:13.235" v="18048" actId="115"/>
          <ac:spMkLst>
            <pc:docMk/>
            <pc:sldMk cId="2134881497" sldId="257"/>
            <ac:spMk id="7" creationId="{FF75A213-7A7F-F7B9-2810-B3FB6AC5EAF2}"/>
          </ac:spMkLst>
        </pc:spChg>
        <pc:spChg chg="add mod">
          <ac:chgData name="Nowmi, Saeefa Rubaiyet R" userId="e8ad5586-1a97-4cc6-b00e-366d5f4cf40f" providerId="ADAL" clId="{E595B44A-E0A7-4901-82CF-F4690B9915EB}" dt="2026-05-12T20:20:21.424" v="12641" actId="1076"/>
          <ac:spMkLst>
            <pc:docMk/>
            <pc:sldMk cId="2134881497" sldId="257"/>
            <ac:spMk id="9" creationId="{1E3D427C-8ECB-DAEA-DADE-872EB18E0DDE}"/>
          </ac:spMkLst>
        </pc:spChg>
        <pc:spChg chg="add mod">
          <ac:chgData name="Nowmi, Saeefa Rubaiyet R" userId="e8ad5586-1a97-4cc6-b00e-366d5f4cf40f" providerId="ADAL" clId="{E595B44A-E0A7-4901-82CF-F4690B9915EB}" dt="2026-05-13T21:00:28.658" v="18039" actId="1076"/>
          <ac:spMkLst>
            <pc:docMk/>
            <pc:sldMk cId="2134881497" sldId="257"/>
            <ac:spMk id="33" creationId="{DE8125A4-2DBC-09F5-3423-839195784F0A}"/>
          </ac:spMkLst>
        </pc:spChg>
        <pc:picChg chg="add mod">
          <ac:chgData name="Nowmi, Saeefa Rubaiyet R" userId="e8ad5586-1a97-4cc6-b00e-366d5f4cf40f" providerId="ADAL" clId="{E595B44A-E0A7-4901-82CF-F4690B9915EB}" dt="2026-04-29T21:17:41.401" v="748" actId="1076"/>
          <ac:picMkLst>
            <pc:docMk/>
            <pc:sldMk cId="2134881497" sldId="257"/>
            <ac:picMk id="13" creationId="{4B154DD3-EF10-F9B0-15E5-095D9AA545D8}"/>
          </ac:picMkLst>
        </pc:picChg>
        <pc:picChg chg="add mod">
          <ac:chgData name="Nowmi, Saeefa Rubaiyet R" userId="e8ad5586-1a97-4cc6-b00e-366d5f4cf40f" providerId="ADAL" clId="{E595B44A-E0A7-4901-82CF-F4690B9915EB}" dt="2026-04-29T21:17:43.314" v="749" actId="1076"/>
          <ac:picMkLst>
            <pc:docMk/>
            <pc:sldMk cId="2134881497" sldId="257"/>
            <ac:picMk id="17" creationId="{1245BD1D-D101-0342-53F6-55E59E0B781F}"/>
          </ac:picMkLst>
        </pc:picChg>
        <pc:picChg chg="add mod modCrop">
          <ac:chgData name="Nowmi, Saeefa Rubaiyet R" userId="e8ad5586-1a97-4cc6-b00e-366d5f4cf40f" providerId="ADAL" clId="{E595B44A-E0A7-4901-82CF-F4690B9915EB}" dt="2026-05-13T21:00:21.775" v="18038" actId="1076"/>
          <ac:picMkLst>
            <pc:docMk/>
            <pc:sldMk cId="2134881497" sldId="257"/>
            <ac:picMk id="37" creationId="{C087115B-C0AB-7078-F30F-47FEB5E722D1}"/>
          </ac:picMkLst>
        </pc:picChg>
        <pc:picChg chg="mod">
          <ac:chgData name="Nowmi, Saeefa Rubaiyet R" userId="e8ad5586-1a97-4cc6-b00e-366d5f4cf40f" providerId="ADAL" clId="{E595B44A-E0A7-4901-82CF-F4690B9915EB}" dt="2026-05-15T20:15:01.390" v="19616" actId="14100"/>
          <ac:picMkLst>
            <pc:docMk/>
            <pc:sldMk cId="2134881497" sldId="257"/>
            <ac:picMk id="1026" creationId="{57C0E9D5-A57A-366D-D71A-D627EE7C8C16}"/>
          </ac:picMkLst>
        </pc:picChg>
      </pc:sldChg>
      <pc:sldChg chg="addSp delSp modSp add mod ord delAnim modAnim modNotesTx">
        <pc:chgData name="Nowmi, Saeefa Rubaiyet R" userId="e8ad5586-1a97-4cc6-b00e-366d5f4cf40f" providerId="ADAL" clId="{E595B44A-E0A7-4901-82CF-F4690B9915EB}" dt="2026-05-15T20:23:16.169" v="19653" actId="20577"/>
        <pc:sldMkLst>
          <pc:docMk/>
          <pc:sldMk cId="665559220" sldId="270"/>
        </pc:sldMkLst>
        <pc:spChg chg="add mod">
          <ac:chgData name="Nowmi, Saeefa Rubaiyet R" userId="e8ad5586-1a97-4cc6-b00e-366d5f4cf40f" providerId="ADAL" clId="{E595B44A-E0A7-4901-82CF-F4690B9915EB}" dt="2026-05-01T17:14:03.157" v="4476" actId="1076"/>
          <ac:spMkLst>
            <pc:docMk/>
            <pc:sldMk cId="665559220" sldId="270"/>
            <ac:spMk id="9" creationId="{BDD6EA8F-785A-2551-AA02-BAD10D92EF72}"/>
          </ac:spMkLst>
        </pc:spChg>
        <pc:spChg chg="add mod">
          <ac:chgData name="Nowmi, Saeefa Rubaiyet R" userId="e8ad5586-1a97-4cc6-b00e-366d5f4cf40f" providerId="ADAL" clId="{E595B44A-E0A7-4901-82CF-F4690B9915EB}" dt="2026-05-13T20:52:35.313" v="18036" actId="14100"/>
          <ac:spMkLst>
            <pc:docMk/>
            <pc:sldMk cId="665559220" sldId="270"/>
            <ac:spMk id="24" creationId="{5D83D983-92FC-09E1-D9F3-FC23E0E9216C}"/>
          </ac:spMkLst>
        </pc:spChg>
        <pc:spChg chg="add mod">
          <ac:chgData name="Nowmi, Saeefa Rubaiyet R" userId="e8ad5586-1a97-4cc6-b00e-366d5f4cf40f" providerId="ADAL" clId="{E595B44A-E0A7-4901-82CF-F4690B9915EB}" dt="2026-05-01T15:52:04.842" v="3637" actId="1076"/>
          <ac:spMkLst>
            <pc:docMk/>
            <pc:sldMk cId="665559220" sldId="270"/>
            <ac:spMk id="32" creationId="{EED96296-FBD5-38B5-01F7-B079EB051176}"/>
          </ac:spMkLst>
        </pc:spChg>
      </pc:sldChg>
      <pc:sldChg chg="addSp delSp modSp add mod modAnim modNotesTx">
        <pc:chgData name="Nowmi, Saeefa Rubaiyet R" userId="e8ad5586-1a97-4cc6-b00e-366d5f4cf40f" providerId="ADAL" clId="{E595B44A-E0A7-4901-82CF-F4690B9915EB}" dt="2026-05-15T19:12:12.616" v="19588" actId="20577"/>
        <pc:sldMkLst>
          <pc:docMk/>
          <pc:sldMk cId="1742766860" sldId="278"/>
        </pc:sldMkLst>
        <pc:spChg chg="add mod">
          <ac:chgData name="Nowmi, Saeefa Rubaiyet R" userId="e8ad5586-1a97-4cc6-b00e-366d5f4cf40f" providerId="ADAL" clId="{E595B44A-E0A7-4901-82CF-F4690B9915EB}" dt="2026-05-11T22:06:32.937" v="12373" actId="164"/>
          <ac:spMkLst>
            <pc:docMk/>
            <pc:sldMk cId="1742766860" sldId="278"/>
            <ac:spMk id="7" creationId="{46FC42A5-08AF-F044-D741-D24605C45305}"/>
          </ac:spMkLst>
        </pc:spChg>
        <pc:spChg chg="add mod">
          <ac:chgData name="Nowmi, Saeefa Rubaiyet R" userId="e8ad5586-1a97-4cc6-b00e-366d5f4cf40f" providerId="ADAL" clId="{E595B44A-E0A7-4901-82CF-F4690B9915EB}" dt="2026-05-11T22:06:44.563" v="12375" actId="164"/>
          <ac:spMkLst>
            <pc:docMk/>
            <pc:sldMk cId="1742766860" sldId="278"/>
            <ac:spMk id="9" creationId="{0F95E580-A1A3-FE17-B100-B8370D64FBF4}"/>
          </ac:spMkLst>
        </pc:spChg>
        <pc:spChg chg="mod">
          <ac:chgData name="Nowmi, Saeefa Rubaiyet R" userId="e8ad5586-1a97-4cc6-b00e-366d5f4cf40f" providerId="ADAL" clId="{E595B44A-E0A7-4901-82CF-F4690B9915EB}" dt="2026-05-11T16:26:44.561" v="8592" actId="164"/>
          <ac:spMkLst>
            <pc:docMk/>
            <pc:sldMk cId="1742766860" sldId="278"/>
            <ac:spMk id="18" creationId="{4B8004C8-0CEC-57BA-A80F-B8E8D74968C0}"/>
          </ac:spMkLst>
        </pc:spChg>
        <pc:spChg chg="add mod">
          <ac:chgData name="Nowmi, Saeefa Rubaiyet R" userId="e8ad5586-1a97-4cc6-b00e-366d5f4cf40f" providerId="ADAL" clId="{E595B44A-E0A7-4901-82CF-F4690B9915EB}" dt="2026-05-11T22:06:59.403" v="12377" actId="164"/>
          <ac:spMkLst>
            <pc:docMk/>
            <pc:sldMk cId="1742766860" sldId="278"/>
            <ac:spMk id="28" creationId="{C23A7C29-45F0-54F7-D5FF-323993143A47}"/>
          </ac:spMkLst>
        </pc:spChg>
        <pc:grpChg chg="add mod">
          <ac:chgData name="Nowmi, Saeefa Rubaiyet R" userId="e8ad5586-1a97-4cc6-b00e-366d5f4cf40f" providerId="ADAL" clId="{E595B44A-E0A7-4901-82CF-F4690B9915EB}" dt="2026-05-11T22:06:59.403" v="12377" actId="164"/>
          <ac:grpSpMkLst>
            <pc:docMk/>
            <pc:sldMk cId="1742766860" sldId="278"/>
            <ac:grpSpMk id="3" creationId="{1E10D563-C0CE-5CE8-C173-DA33DB09BA23}"/>
          </ac:grpSpMkLst>
        </pc:grpChg>
        <pc:grpChg chg="add mod">
          <ac:chgData name="Nowmi, Saeefa Rubaiyet R" userId="e8ad5586-1a97-4cc6-b00e-366d5f4cf40f" providerId="ADAL" clId="{E595B44A-E0A7-4901-82CF-F4690B9915EB}" dt="2026-05-11T22:06:59.403" v="12377" actId="164"/>
          <ac:grpSpMkLst>
            <pc:docMk/>
            <pc:sldMk cId="1742766860" sldId="278"/>
            <ac:grpSpMk id="15" creationId="{A4071B64-0590-5100-C1EC-E5297E6BA9B3}"/>
          </ac:grpSpMkLst>
        </pc:grpChg>
        <pc:picChg chg="mod">
          <ac:chgData name="Nowmi, Saeefa Rubaiyet R" userId="e8ad5586-1a97-4cc6-b00e-366d5f4cf40f" providerId="ADAL" clId="{E595B44A-E0A7-4901-82CF-F4690B9915EB}" dt="2026-05-11T16:26:44.561" v="8592" actId="164"/>
          <ac:picMkLst>
            <pc:docMk/>
            <pc:sldMk cId="1742766860" sldId="278"/>
            <ac:picMk id="4" creationId="{4D2F0D76-655A-9CA3-2550-5CBB9BAE4438}"/>
          </ac:picMkLst>
        </pc:picChg>
        <pc:picChg chg="mod">
          <ac:chgData name="Nowmi, Saeefa Rubaiyet R" userId="e8ad5586-1a97-4cc6-b00e-366d5f4cf40f" providerId="ADAL" clId="{E595B44A-E0A7-4901-82CF-F4690B9915EB}" dt="2026-05-11T22:06:59.403" v="12377" actId="164"/>
          <ac:picMkLst>
            <pc:docMk/>
            <pc:sldMk cId="1742766860" sldId="278"/>
            <ac:picMk id="27" creationId="{007A99EA-863B-083D-AB6F-38D783966678}"/>
          </ac:picMkLst>
        </pc:picChg>
        <pc:cxnChg chg="mod">
          <ac:chgData name="Nowmi, Saeefa Rubaiyet R" userId="e8ad5586-1a97-4cc6-b00e-366d5f4cf40f" providerId="ADAL" clId="{E595B44A-E0A7-4901-82CF-F4690B9915EB}" dt="2026-05-11T16:26:44.561" v="8592" actId="164"/>
          <ac:cxnSpMkLst>
            <pc:docMk/>
            <pc:sldMk cId="1742766860" sldId="278"/>
            <ac:cxnSpMk id="14" creationId="{1A98A626-3C2F-320E-7D7B-7860081C1D4B}"/>
          </ac:cxnSpMkLst>
        </pc:cxnChg>
      </pc:sldChg>
      <pc:sldChg chg="addSp delSp modSp add mod setBg modNotesTx">
        <pc:chgData name="Nowmi, Saeefa Rubaiyet R" userId="e8ad5586-1a97-4cc6-b00e-366d5f4cf40f" providerId="ADAL" clId="{E595B44A-E0A7-4901-82CF-F4690B9915EB}" dt="2026-05-13T20:11:54.152" v="18030" actId="20577"/>
        <pc:sldMkLst>
          <pc:docMk/>
          <pc:sldMk cId="151238273" sldId="285"/>
        </pc:sldMkLst>
        <pc:spChg chg="mod">
          <ac:chgData name="Nowmi, Saeefa Rubaiyet R" userId="e8ad5586-1a97-4cc6-b00e-366d5f4cf40f" providerId="ADAL" clId="{E595B44A-E0A7-4901-82CF-F4690B9915EB}" dt="2026-05-11T21:55:15.081" v="12243" actId="1076"/>
          <ac:spMkLst>
            <pc:docMk/>
            <pc:sldMk cId="151238273" sldId="285"/>
            <ac:spMk id="3" creationId="{147527E7-C020-5FD5-A58A-EE2B4F462ADE}"/>
          </ac:spMkLst>
        </pc:spChg>
        <pc:spChg chg="mod">
          <ac:chgData name="Nowmi, Saeefa Rubaiyet R" userId="e8ad5586-1a97-4cc6-b00e-366d5f4cf40f" providerId="ADAL" clId="{E595B44A-E0A7-4901-82CF-F4690B9915EB}" dt="2026-05-11T21:38:15.347" v="11977" actId="20577"/>
          <ac:spMkLst>
            <pc:docMk/>
            <pc:sldMk cId="151238273" sldId="285"/>
            <ac:spMk id="12" creationId="{CD385E55-97A5-F483-D159-E272977AE22D}"/>
          </ac:spMkLst>
        </pc:spChg>
        <pc:picChg chg="add mod">
          <ac:chgData name="Nowmi, Saeefa Rubaiyet R" userId="e8ad5586-1a97-4cc6-b00e-366d5f4cf40f" providerId="ADAL" clId="{E595B44A-E0A7-4901-82CF-F4690B9915EB}" dt="2026-05-11T22:39:04.631" v="12577" actId="1076"/>
          <ac:picMkLst>
            <pc:docMk/>
            <pc:sldMk cId="151238273" sldId="285"/>
            <ac:picMk id="7" creationId="{2582AC5D-1446-C466-010D-04F74364FA9D}"/>
          </ac:picMkLst>
        </pc:picChg>
        <pc:cxnChg chg="mod">
          <ac:chgData name="Nowmi, Saeefa Rubaiyet R" userId="e8ad5586-1a97-4cc6-b00e-366d5f4cf40f" providerId="ADAL" clId="{E595B44A-E0A7-4901-82CF-F4690B9915EB}" dt="2026-05-11T21:41:03.857" v="12002" actId="692"/>
          <ac:cxnSpMkLst>
            <pc:docMk/>
            <pc:sldMk cId="151238273" sldId="285"/>
            <ac:cxnSpMk id="23" creationId="{66CE4A66-1386-E06F-E484-5932D8FE0DF4}"/>
          </ac:cxnSpMkLst>
        </pc:cxnChg>
      </pc:sldChg>
      <pc:sldChg chg="addSp delSp modSp mod modAnim modNotesTx">
        <pc:chgData name="Nowmi, Saeefa Rubaiyet R" userId="e8ad5586-1a97-4cc6-b00e-366d5f4cf40f" providerId="ADAL" clId="{E595B44A-E0A7-4901-82CF-F4690B9915EB}" dt="2026-05-15T17:42:23.620" v="19464" actId="20577"/>
        <pc:sldMkLst>
          <pc:docMk/>
          <pc:sldMk cId="2542713837" sldId="287"/>
        </pc:sldMkLst>
        <pc:spChg chg="mod topLvl">
          <ac:chgData name="Nowmi, Saeefa Rubaiyet R" userId="e8ad5586-1a97-4cc6-b00e-366d5f4cf40f" providerId="ADAL" clId="{E595B44A-E0A7-4901-82CF-F4690B9915EB}" dt="2026-05-14T20:04:32.149" v="19322" actId="255"/>
          <ac:spMkLst>
            <pc:docMk/>
            <pc:sldMk cId="2542713837" sldId="287"/>
            <ac:spMk id="4" creationId="{83DE3989-EE8B-D020-2FBE-CA8A743B2E01}"/>
          </ac:spMkLst>
        </pc:spChg>
        <pc:spChg chg="mod">
          <ac:chgData name="Nowmi, Saeefa Rubaiyet R" userId="e8ad5586-1a97-4cc6-b00e-366d5f4cf40f" providerId="ADAL" clId="{E595B44A-E0A7-4901-82CF-F4690B9915EB}" dt="2026-05-11T21:50:51.628" v="12198" actId="1076"/>
          <ac:spMkLst>
            <pc:docMk/>
            <pc:sldMk cId="2542713837" sldId="287"/>
            <ac:spMk id="12" creationId="{6A2C2BF7-3C21-C187-946D-D8611EAB3683}"/>
          </ac:spMkLst>
        </pc:spChg>
        <pc:spChg chg="add mod">
          <ac:chgData name="Nowmi, Saeefa Rubaiyet R" userId="e8ad5586-1a97-4cc6-b00e-366d5f4cf40f" providerId="ADAL" clId="{E595B44A-E0A7-4901-82CF-F4690B9915EB}" dt="2026-05-15T17:32:50.071" v="19431" actId="1076"/>
          <ac:spMkLst>
            <pc:docMk/>
            <pc:sldMk cId="2542713837" sldId="287"/>
            <ac:spMk id="16" creationId="{084A41E8-1C30-01FB-C51D-F58D085608E3}"/>
          </ac:spMkLst>
        </pc:spChg>
        <pc:spChg chg="add mod">
          <ac:chgData name="Nowmi, Saeefa Rubaiyet R" userId="e8ad5586-1a97-4cc6-b00e-366d5f4cf40f" providerId="ADAL" clId="{E595B44A-E0A7-4901-82CF-F4690B9915EB}" dt="2026-05-14T20:03:16.943" v="19308" actId="58"/>
          <ac:spMkLst>
            <pc:docMk/>
            <pc:sldMk cId="2542713837" sldId="287"/>
            <ac:spMk id="22" creationId="{D305B0A3-4AF5-DC4A-9FF9-60BD39FAD280}"/>
          </ac:spMkLst>
        </pc:spChg>
        <pc:spChg chg="add mod">
          <ac:chgData name="Nowmi, Saeefa Rubaiyet R" userId="e8ad5586-1a97-4cc6-b00e-366d5f4cf40f" providerId="ADAL" clId="{E595B44A-E0A7-4901-82CF-F4690B9915EB}" dt="2026-05-14T20:05:02.691" v="19331" actId="1076"/>
          <ac:spMkLst>
            <pc:docMk/>
            <pc:sldMk cId="2542713837" sldId="287"/>
            <ac:spMk id="23" creationId="{0B7AD8D0-14D4-633C-1361-21B0228AAC62}"/>
          </ac:spMkLst>
        </pc:spChg>
        <pc:spChg chg="mod">
          <ac:chgData name="Nowmi, Saeefa Rubaiyet R" userId="e8ad5586-1a97-4cc6-b00e-366d5f4cf40f" providerId="ADAL" clId="{E595B44A-E0A7-4901-82CF-F4690B9915EB}" dt="2026-05-14T20:01:22.211" v="19285" actId="571"/>
          <ac:spMkLst>
            <pc:docMk/>
            <pc:sldMk cId="2542713837" sldId="287"/>
            <ac:spMk id="25" creationId="{70C38570-5BC8-CEDE-043B-15C272F30553}"/>
          </ac:spMkLst>
        </pc:spChg>
        <pc:spChg chg="mod">
          <ac:chgData name="Nowmi, Saeefa Rubaiyet R" userId="e8ad5586-1a97-4cc6-b00e-366d5f4cf40f" providerId="ADAL" clId="{E595B44A-E0A7-4901-82CF-F4690B9915EB}" dt="2026-05-14T20:01:22.211" v="19285" actId="571"/>
          <ac:spMkLst>
            <pc:docMk/>
            <pc:sldMk cId="2542713837" sldId="287"/>
            <ac:spMk id="29" creationId="{B3291680-CEFB-5C7D-34C2-E0D0FB9B555F}"/>
          </ac:spMkLst>
        </pc:spChg>
        <pc:spChg chg="mod">
          <ac:chgData name="Nowmi, Saeefa Rubaiyet R" userId="e8ad5586-1a97-4cc6-b00e-366d5f4cf40f" providerId="ADAL" clId="{E595B44A-E0A7-4901-82CF-F4690B9915EB}" dt="2026-05-14T20:01:22.211" v="19285" actId="571"/>
          <ac:spMkLst>
            <pc:docMk/>
            <pc:sldMk cId="2542713837" sldId="287"/>
            <ac:spMk id="30" creationId="{0AFE5CB0-4F3B-3F22-5814-BBB27630C05D}"/>
          </ac:spMkLst>
        </pc:spChg>
        <pc:spChg chg="mod">
          <ac:chgData name="Nowmi, Saeefa Rubaiyet R" userId="e8ad5586-1a97-4cc6-b00e-366d5f4cf40f" providerId="ADAL" clId="{E595B44A-E0A7-4901-82CF-F4690B9915EB}" dt="2026-05-14T20:01:22.211" v="19285" actId="571"/>
          <ac:spMkLst>
            <pc:docMk/>
            <pc:sldMk cId="2542713837" sldId="287"/>
            <ac:spMk id="32" creationId="{5544B8D1-0CCF-2E54-DCC1-5A5919DFF663}"/>
          </ac:spMkLst>
        </pc:spChg>
        <pc:spChg chg="mod">
          <ac:chgData name="Nowmi, Saeefa Rubaiyet R" userId="e8ad5586-1a97-4cc6-b00e-366d5f4cf40f" providerId="ADAL" clId="{E595B44A-E0A7-4901-82CF-F4690B9915EB}" dt="2026-05-14T20:01:22.211" v="19285" actId="571"/>
          <ac:spMkLst>
            <pc:docMk/>
            <pc:sldMk cId="2542713837" sldId="287"/>
            <ac:spMk id="35" creationId="{E542DAA7-87C1-A34F-A5C5-01C025789DA4}"/>
          </ac:spMkLst>
        </pc:spChg>
        <pc:spChg chg="mod">
          <ac:chgData name="Nowmi, Saeefa Rubaiyet R" userId="e8ad5586-1a97-4cc6-b00e-366d5f4cf40f" providerId="ADAL" clId="{E595B44A-E0A7-4901-82CF-F4690B9915EB}" dt="2026-05-14T20:01:22.211" v="19285" actId="571"/>
          <ac:spMkLst>
            <pc:docMk/>
            <pc:sldMk cId="2542713837" sldId="287"/>
            <ac:spMk id="39" creationId="{5C613348-6070-1862-22E0-B4C9A73631BD}"/>
          </ac:spMkLst>
        </pc:spChg>
        <pc:spChg chg="mod">
          <ac:chgData name="Nowmi, Saeefa Rubaiyet R" userId="e8ad5586-1a97-4cc6-b00e-366d5f4cf40f" providerId="ADAL" clId="{E595B44A-E0A7-4901-82CF-F4690B9915EB}" dt="2026-05-14T20:01:22.211" v="19285" actId="571"/>
          <ac:spMkLst>
            <pc:docMk/>
            <pc:sldMk cId="2542713837" sldId="287"/>
            <ac:spMk id="41" creationId="{716E6FDD-24D2-F1FD-F839-4A4452739205}"/>
          </ac:spMkLst>
        </pc:spChg>
        <pc:spChg chg="mod">
          <ac:chgData name="Nowmi, Saeefa Rubaiyet R" userId="e8ad5586-1a97-4cc6-b00e-366d5f4cf40f" providerId="ADAL" clId="{E595B44A-E0A7-4901-82CF-F4690B9915EB}" dt="2026-05-14T20:01:22.211" v="19285" actId="571"/>
          <ac:spMkLst>
            <pc:docMk/>
            <pc:sldMk cId="2542713837" sldId="287"/>
            <ac:spMk id="46" creationId="{EDA4C3D5-6BCF-37D5-C670-CE0063B157A1}"/>
          </ac:spMkLst>
        </pc:spChg>
        <pc:spChg chg="mod">
          <ac:chgData name="Nowmi, Saeefa Rubaiyet R" userId="e8ad5586-1a97-4cc6-b00e-366d5f4cf40f" providerId="ADAL" clId="{E595B44A-E0A7-4901-82CF-F4690B9915EB}" dt="2026-05-14T20:01:22.211" v="19285" actId="571"/>
          <ac:spMkLst>
            <pc:docMk/>
            <pc:sldMk cId="2542713837" sldId="287"/>
            <ac:spMk id="47" creationId="{6182FE11-3AF9-248E-E475-B6B480FCC645}"/>
          </ac:spMkLst>
        </pc:spChg>
        <pc:spChg chg="mod">
          <ac:chgData name="Nowmi, Saeefa Rubaiyet R" userId="e8ad5586-1a97-4cc6-b00e-366d5f4cf40f" providerId="ADAL" clId="{E595B44A-E0A7-4901-82CF-F4690B9915EB}" dt="2026-05-14T20:01:22.211" v="19285" actId="571"/>
          <ac:spMkLst>
            <pc:docMk/>
            <pc:sldMk cId="2542713837" sldId="287"/>
            <ac:spMk id="50" creationId="{12009676-367D-2FB3-D206-F875C938BDB8}"/>
          </ac:spMkLst>
        </pc:spChg>
        <pc:spChg chg="mod topLvl">
          <ac:chgData name="Nowmi, Saeefa Rubaiyet R" userId="e8ad5586-1a97-4cc6-b00e-366d5f4cf40f" providerId="ADAL" clId="{E595B44A-E0A7-4901-82CF-F4690B9915EB}" dt="2026-05-14T20:02:24.612" v="19295" actId="1076"/>
          <ac:spMkLst>
            <pc:docMk/>
            <pc:sldMk cId="2542713837" sldId="287"/>
            <ac:spMk id="73" creationId="{83EA33AA-D40F-71E6-5688-63A361B5A8F5}"/>
          </ac:spMkLst>
        </pc:spChg>
        <pc:spChg chg="mod">
          <ac:chgData name="Nowmi, Saeefa Rubaiyet R" userId="e8ad5586-1a97-4cc6-b00e-366d5f4cf40f" providerId="ADAL" clId="{E595B44A-E0A7-4901-82CF-F4690B9915EB}" dt="2026-05-15T17:33:38.970" v="19432" actId="1076"/>
          <ac:spMkLst>
            <pc:docMk/>
            <pc:sldMk cId="2542713837" sldId="287"/>
            <ac:spMk id="87" creationId="{4B1B3EB1-44B9-4081-57F5-8BDFED5A1B79}"/>
          </ac:spMkLst>
        </pc:spChg>
        <pc:spChg chg="mod">
          <ac:chgData name="Nowmi, Saeefa Rubaiyet R" userId="e8ad5586-1a97-4cc6-b00e-366d5f4cf40f" providerId="ADAL" clId="{E595B44A-E0A7-4901-82CF-F4690B9915EB}" dt="2026-05-15T17:32:26.818" v="19403" actId="1036"/>
          <ac:spMkLst>
            <pc:docMk/>
            <pc:sldMk cId="2542713837" sldId="287"/>
            <ac:spMk id="89" creationId="{9D3462B7-048D-765B-6C15-C682F55F6485}"/>
          </ac:spMkLst>
        </pc:spChg>
        <pc:spChg chg="mod">
          <ac:chgData name="Nowmi, Saeefa Rubaiyet R" userId="e8ad5586-1a97-4cc6-b00e-366d5f4cf40f" providerId="ADAL" clId="{E595B44A-E0A7-4901-82CF-F4690B9915EB}" dt="2026-05-15T17:32:14.269" v="19377" actId="1035"/>
          <ac:spMkLst>
            <pc:docMk/>
            <pc:sldMk cId="2542713837" sldId="287"/>
            <ac:spMk id="90" creationId="{CA42FB69-3CA9-A2EB-302A-D3D5755767FE}"/>
          </ac:spMkLst>
        </pc:spChg>
        <pc:spChg chg="mod">
          <ac:chgData name="Nowmi, Saeefa Rubaiyet R" userId="e8ad5586-1a97-4cc6-b00e-366d5f4cf40f" providerId="ADAL" clId="{E595B44A-E0A7-4901-82CF-F4690B9915EB}" dt="2026-05-15T17:32:32.042" v="19411" actId="1035"/>
          <ac:spMkLst>
            <pc:docMk/>
            <pc:sldMk cId="2542713837" sldId="287"/>
            <ac:spMk id="91" creationId="{C85532A1-DBC8-AD68-D64B-960AF544933A}"/>
          </ac:spMkLst>
        </pc:spChg>
        <pc:spChg chg="mod topLvl">
          <ac:chgData name="Nowmi, Saeefa Rubaiyet R" userId="e8ad5586-1a97-4cc6-b00e-366d5f4cf40f" providerId="ADAL" clId="{E595B44A-E0A7-4901-82CF-F4690B9915EB}" dt="2026-05-14T20:04:32.149" v="19322" actId="255"/>
          <ac:spMkLst>
            <pc:docMk/>
            <pc:sldMk cId="2542713837" sldId="287"/>
            <ac:spMk id="95" creationId="{CB26A9F5-EC38-EB66-E892-3DCFBF831C09}"/>
          </ac:spMkLst>
        </pc:spChg>
        <pc:spChg chg="mod topLvl">
          <ac:chgData name="Nowmi, Saeefa Rubaiyet R" userId="e8ad5586-1a97-4cc6-b00e-366d5f4cf40f" providerId="ADAL" clId="{E595B44A-E0A7-4901-82CF-F4690B9915EB}" dt="2026-05-14T19:58:57.920" v="19209" actId="1076"/>
          <ac:spMkLst>
            <pc:docMk/>
            <pc:sldMk cId="2542713837" sldId="287"/>
            <ac:spMk id="141" creationId="{364F3E94-410E-135C-A33C-94956E694B8E}"/>
          </ac:spMkLst>
        </pc:spChg>
        <pc:spChg chg="mod">
          <ac:chgData name="Nowmi, Saeefa Rubaiyet R" userId="e8ad5586-1a97-4cc6-b00e-366d5f4cf40f" providerId="ADAL" clId="{E595B44A-E0A7-4901-82CF-F4690B9915EB}" dt="2026-05-14T20:00:22.406" v="19240" actId="1038"/>
          <ac:spMkLst>
            <pc:docMk/>
            <pc:sldMk cId="2542713837" sldId="287"/>
            <ac:spMk id="154" creationId="{B70EDEB2-38D1-697E-C920-9C8723CA9444}"/>
          </ac:spMkLst>
        </pc:spChg>
        <pc:spChg chg="mod">
          <ac:chgData name="Nowmi, Saeefa Rubaiyet R" userId="e8ad5586-1a97-4cc6-b00e-366d5f4cf40f" providerId="ADAL" clId="{E595B44A-E0A7-4901-82CF-F4690B9915EB}" dt="2026-05-14T20:00:54.846" v="19279" actId="1038"/>
          <ac:spMkLst>
            <pc:docMk/>
            <pc:sldMk cId="2542713837" sldId="287"/>
            <ac:spMk id="155" creationId="{5DBF70DE-9903-D7DB-1F4A-7B6C34CED938}"/>
          </ac:spMkLst>
        </pc:spChg>
        <pc:spChg chg="mod">
          <ac:chgData name="Nowmi, Saeefa Rubaiyet R" userId="e8ad5586-1a97-4cc6-b00e-366d5f4cf40f" providerId="ADAL" clId="{E595B44A-E0A7-4901-82CF-F4690B9915EB}" dt="2026-05-14T20:00:54.846" v="19279" actId="1038"/>
          <ac:spMkLst>
            <pc:docMk/>
            <pc:sldMk cId="2542713837" sldId="287"/>
            <ac:spMk id="156" creationId="{1221FD3A-531F-018F-25F4-6E826BE044CD}"/>
          </ac:spMkLst>
        </pc:spChg>
        <pc:spChg chg="mod">
          <ac:chgData name="Nowmi, Saeefa Rubaiyet R" userId="e8ad5586-1a97-4cc6-b00e-366d5f4cf40f" providerId="ADAL" clId="{E595B44A-E0A7-4901-82CF-F4690B9915EB}" dt="2026-05-13T19:05:50.857" v="16011" actId="165"/>
          <ac:spMkLst>
            <pc:docMk/>
            <pc:sldMk cId="2542713837" sldId="287"/>
            <ac:spMk id="171" creationId="{350E35D5-AD1D-0AA4-2FD3-8DE2351D7777}"/>
          </ac:spMkLst>
        </pc:spChg>
        <pc:spChg chg="mod">
          <ac:chgData name="Nowmi, Saeefa Rubaiyet R" userId="e8ad5586-1a97-4cc6-b00e-366d5f4cf40f" providerId="ADAL" clId="{E595B44A-E0A7-4901-82CF-F4690B9915EB}" dt="2026-05-14T20:00:22.406" v="19240" actId="1038"/>
          <ac:spMkLst>
            <pc:docMk/>
            <pc:sldMk cId="2542713837" sldId="287"/>
            <ac:spMk id="173" creationId="{47282C73-9D7D-D14A-28E2-C8300B064BA5}"/>
          </ac:spMkLst>
        </pc:spChg>
        <pc:spChg chg="mod">
          <ac:chgData name="Nowmi, Saeefa Rubaiyet R" userId="e8ad5586-1a97-4cc6-b00e-366d5f4cf40f" providerId="ADAL" clId="{E595B44A-E0A7-4901-82CF-F4690B9915EB}" dt="2026-05-14T20:01:16.470" v="19283" actId="255"/>
          <ac:spMkLst>
            <pc:docMk/>
            <pc:sldMk cId="2542713837" sldId="287"/>
            <ac:spMk id="198" creationId="{417C31BA-FB5E-7309-1F2F-79FD95C4DC25}"/>
          </ac:spMkLst>
        </pc:spChg>
        <pc:spChg chg="mod">
          <ac:chgData name="Nowmi, Saeefa Rubaiyet R" userId="e8ad5586-1a97-4cc6-b00e-366d5f4cf40f" providerId="ADAL" clId="{E595B44A-E0A7-4901-82CF-F4690B9915EB}" dt="2026-05-14T20:01:03.889" v="19281" actId="255"/>
          <ac:spMkLst>
            <pc:docMk/>
            <pc:sldMk cId="2542713837" sldId="287"/>
            <ac:spMk id="199" creationId="{1A76375F-8C70-3B27-FBD6-0C1707A80A0D}"/>
          </ac:spMkLst>
        </pc:spChg>
        <pc:spChg chg="mod">
          <ac:chgData name="Nowmi, Saeefa Rubaiyet R" userId="e8ad5586-1a97-4cc6-b00e-366d5f4cf40f" providerId="ADAL" clId="{E595B44A-E0A7-4901-82CF-F4690B9915EB}" dt="2026-05-14T20:01:08.809" v="19282" actId="255"/>
          <ac:spMkLst>
            <pc:docMk/>
            <pc:sldMk cId="2542713837" sldId="287"/>
            <ac:spMk id="200" creationId="{5F2897A5-0614-F941-E7FC-68DBD08FF5B4}"/>
          </ac:spMkLst>
        </pc:spChg>
        <pc:spChg chg="mod topLvl">
          <ac:chgData name="Nowmi, Saeefa Rubaiyet R" userId="e8ad5586-1a97-4cc6-b00e-366d5f4cf40f" providerId="ADAL" clId="{E595B44A-E0A7-4901-82CF-F4690B9915EB}" dt="2026-05-14T20:03:07.712" v="19305" actId="255"/>
          <ac:spMkLst>
            <pc:docMk/>
            <pc:sldMk cId="2542713837" sldId="287"/>
            <ac:spMk id="201" creationId="{6B2C5853-286B-1ECC-C228-F15C66A0CDED}"/>
          </ac:spMkLst>
        </pc:spChg>
        <pc:spChg chg="mod">
          <ac:chgData name="Nowmi, Saeefa Rubaiyet R" userId="e8ad5586-1a97-4cc6-b00e-366d5f4cf40f" providerId="ADAL" clId="{E595B44A-E0A7-4901-82CF-F4690B9915EB}" dt="2026-05-14T20:04:32.149" v="19322" actId="255"/>
          <ac:spMkLst>
            <pc:docMk/>
            <pc:sldMk cId="2542713837" sldId="287"/>
            <ac:spMk id="207" creationId="{93D21105-31B2-2DF6-C801-A05D965FDEAD}"/>
          </ac:spMkLst>
        </pc:spChg>
        <pc:spChg chg="mod">
          <ac:chgData name="Nowmi, Saeefa Rubaiyet R" userId="e8ad5586-1a97-4cc6-b00e-366d5f4cf40f" providerId="ADAL" clId="{E595B44A-E0A7-4901-82CF-F4690B9915EB}" dt="2026-05-14T20:04:32.149" v="19322" actId="255"/>
          <ac:spMkLst>
            <pc:docMk/>
            <pc:sldMk cId="2542713837" sldId="287"/>
            <ac:spMk id="208" creationId="{7DE94B30-86C0-75DB-8823-0032185D734D}"/>
          </ac:spMkLst>
        </pc:spChg>
        <pc:spChg chg="mod topLvl">
          <ac:chgData name="Nowmi, Saeefa Rubaiyet R" userId="e8ad5586-1a97-4cc6-b00e-366d5f4cf40f" providerId="ADAL" clId="{E595B44A-E0A7-4901-82CF-F4690B9915EB}" dt="2026-05-14T20:04:55.869" v="19330" actId="113"/>
          <ac:spMkLst>
            <pc:docMk/>
            <pc:sldMk cId="2542713837" sldId="287"/>
            <ac:spMk id="210" creationId="{EBEBFB7B-9C39-B6E5-3A22-530272BB7099}"/>
          </ac:spMkLst>
        </pc:spChg>
        <pc:grpChg chg="add mod">
          <ac:chgData name="Nowmi, Saeefa Rubaiyet R" userId="e8ad5586-1a97-4cc6-b00e-366d5f4cf40f" providerId="ADAL" clId="{E595B44A-E0A7-4901-82CF-F4690B9915EB}" dt="2026-05-12T23:17:44.071" v="15137" actId="164"/>
          <ac:grpSpMkLst>
            <pc:docMk/>
            <pc:sldMk cId="2542713837" sldId="287"/>
            <ac:grpSpMk id="2" creationId="{328AB809-1538-A851-7EC8-7E736FBB8806}"/>
          </ac:grpSpMkLst>
        </pc:grpChg>
        <pc:grpChg chg="add mod">
          <ac:chgData name="Nowmi, Saeefa Rubaiyet R" userId="e8ad5586-1a97-4cc6-b00e-366d5f4cf40f" providerId="ADAL" clId="{E595B44A-E0A7-4901-82CF-F4690B9915EB}" dt="2026-05-13T19:16:57.769" v="16177" actId="1076"/>
          <ac:grpSpMkLst>
            <pc:docMk/>
            <pc:sldMk cId="2542713837" sldId="287"/>
            <ac:grpSpMk id="15" creationId="{6B75AC7A-CCEB-4CEC-B81F-6032D8132639}"/>
          </ac:grpSpMkLst>
        </pc:grpChg>
        <pc:grpChg chg="add mod">
          <ac:chgData name="Nowmi, Saeefa Rubaiyet R" userId="e8ad5586-1a97-4cc6-b00e-366d5f4cf40f" providerId="ADAL" clId="{E595B44A-E0A7-4901-82CF-F4690B9915EB}" dt="2026-05-13T21:24:57.368" v="18616" actId="164"/>
          <ac:grpSpMkLst>
            <pc:docMk/>
            <pc:sldMk cId="2542713837" sldId="287"/>
            <ac:grpSpMk id="17" creationId="{AECF0822-1C6C-DDDB-38F3-172EA30B6AED}"/>
          </ac:grpSpMkLst>
        </pc:grpChg>
        <pc:grpChg chg="add mod">
          <ac:chgData name="Nowmi, Saeefa Rubaiyet R" userId="e8ad5586-1a97-4cc6-b00e-366d5f4cf40f" providerId="ADAL" clId="{E595B44A-E0A7-4901-82CF-F4690B9915EB}" dt="2026-05-13T19:16:36.552" v="16175" actId="164"/>
          <ac:grpSpMkLst>
            <pc:docMk/>
            <pc:sldMk cId="2542713837" sldId="287"/>
            <ac:grpSpMk id="28" creationId="{EB42F40A-DC21-FBB1-D49D-EA02B3AD2218}"/>
          </ac:grpSpMkLst>
        </pc:grpChg>
        <pc:grpChg chg="add mod">
          <ac:chgData name="Nowmi, Saeefa Rubaiyet R" userId="e8ad5586-1a97-4cc6-b00e-366d5f4cf40f" providerId="ADAL" clId="{E595B44A-E0A7-4901-82CF-F4690B9915EB}" dt="2026-05-13T21:24:57.368" v="18616" actId="164"/>
          <ac:grpSpMkLst>
            <pc:docMk/>
            <pc:sldMk cId="2542713837" sldId="287"/>
            <ac:grpSpMk id="34" creationId="{FFCDAD86-02D4-A3E6-5EDF-0A5F40BF2B3B}"/>
          </ac:grpSpMkLst>
        </pc:grpChg>
        <pc:grpChg chg="mod">
          <ac:chgData name="Nowmi, Saeefa Rubaiyet R" userId="e8ad5586-1a97-4cc6-b00e-366d5f4cf40f" providerId="ADAL" clId="{E595B44A-E0A7-4901-82CF-F4690B9915EB}" dt="2026-05-13T19:30:30.287" v="17029" actId="164"/>
          <ac:grpSpMkLst>
            <pc:docMk/>
            <pc:sldMk cId="2542713837" sldId="287"/>
            <ac:grpSpMk id="96" creationId="{4A85B9B4-9862-B56E-7DD7-4C30A751DB1D}"/>
          </ac:grpSpMkLst>
        </pc:grpChg>
        <pc:grpChg chg="mod">
          <ac:chgData name="Nowmi, Saeefa Rubaiyet R" userId="e8ad5586-1a97-4cc6-b00e-366d5f4cf40f" providerId="ADAL" clId="{E595B44A-E0A7-4901-82CF-F4690B9915EB}" dt="2026-05-13T19:30:30.287" v="17029" actId="164"/>
          <ac:grpSpMkLst>
            <pc:docMk/>
            <pc:sldMk cId="2542713837" sldId="287"/>
            <ac:grpSpMk id="97" creationId="{10550994-BC62-6D8D-5D2B-C5B2D4AECAC3}"/>
          </ac:grpSpMkLst>
        </pc:grpChg>
        <pc:grpChg chg="mod">
          <ac:chgData name="Nowmi, Saeefa Rubaiyet R" userId="e8ad5586-1a97-4cc6-b00e-366d5f4cf40f" providerId="ADAL" clId="{E595B44A-E0A7-4901-82CF-F4690B9915EB}" dt="2026-05-12T23:17:44.071" v="15137" actId="164"/>
          <ac:grpSpMkLst>
            <pc:docMk/>
            <pc:sldMk cId="2542713837" sldId="287"/>
            <ac:grpSpMk id="100" creationId="{DED9AB68-91D3-70A2-6AFC-CC26AD905E18}"/>
          </ac:grpSpMkLst>
        </pc:grpChg>
        <pc:grpChg chg="mod">
          <ac:chgData name="Nowmi, Saeefa Rubaiyet R" userId="e8ad5586-1a97-4cc6-b00e-366d5f4cf40f" providerId="ADAL" clId="{E595B44A-E0A7-4901-82CF-F4690B9915EB}" dt="2026-05-13T19:16:36.552" v="16175" actId="164"/>
          <ac:grpSpMkLst>
            <pc:docMk/>
            <pc:sldMk cId="2542713837" sldId="287"/>
            <ac:grpSpMk id="203" creationId="{76A0B242-4BD8-A70A-53A2-B24C3E20657C}"/>
          </ac:grpSpMkLst>
        </pc:grpChg>
        <pc:picChg chg="mod">
          <ac:chgData name="Nowmi, Saeefa Rubaiyet R" userId="e8ad5586-1a97-4cc6-b00e-366d5f4cf40f" providerId="ADAL" clId="{E595B44A-E0A7-4901-82CF-F4690B9915EB}" dt="2026-05-12T23:17:21.966" v="15136" actId="164"/>
          <ac:picMkLst>
            <pc:docMk/>
            <pc:sldMk cId="2542713837" sldId="287"/>
            <ac:picMk id="101" creationId="{D8E8EEC1-F57F-C98B-69F2-3105294EE4CD}"/>
          </ac:picMkLst>
        </pc:picChg>
        <pc:picChg chg="mod">
          <ac:chgData name="Nowmi, Saeefa Rubaiyet R" userId="e8ad5586-1a97-4cc6-b00e-366d5f4cf40f" providerId="ADAL" clId="{E595B44A-E0A7-4901-82CF-F4690B9915EB}" dt="2026-05-12T23:17:21.966" v="15136" actId="164"/>
          <ac:picMkLst>
            <pc:docMk/>
            <pc:sldMk cId="2542713837" sldId="287"/>
            <ac:picMk id="102" creationId="{925E83A2-BEAA-C374-0835-78C1C96E09BB}"/>
          </ac:picMkLst>
        </pc:picChg>
        <pc:picChg chg="mod">
          <ac:chgData name="Nowmi, Saeefa Rubaiyet R" userId="e8ad5586-1a97-4cc6-b00e-366d5f4cf40f" providerId="ADAL" clId="{E595B44A-E0A7-4901-82CF-F4690B9915EB}" dt="2026-05-15T17:32:20.970" v="19389" actId="1035"/>
          <ac:picMkLst>
            <pc:docMk/>
            <pc:sldMk cId="2542713837" sldId="287"/>
            <ac:picMk id="212" creationId="{0B8EEB0E-2F1B-490F-CCB7-BBF3A423E21E}"/>
          </ac:picMkLst>
        </pc:picChg>
        <pc:cxnChg chg="add mod">
          <ac:chgData name="Nowmi, Saeefa Rubaiyet R" userId="e8ad5586-1a97-4cc6-b00e-366d5f4cf40f" providerId="ADAL" clId="{E595B44A-E0A7-4901-82CF-F4690B9915EB}" dt="2026-05-14T20:01:51.977" v="19290" actId="1076"/>
          <ac:cxnSpMkLst>
            <pc:docMk/>
            <pc:sldMk cId="2542713837" sldId="287"/>
            <ac:cxnSpMk id="20" creationId="{C35730C3-FD55-542F-3D9A-F95B6656D701}"/>
          </ac:cxnSpMkLst>
        </pc:cxnChg>
        <pc:cxnChg chg="add mod">
          <ac:chgData name="Nowmi, Saeefa Rubaiyet R" userId="e8ad5586-1a97-4cc6-b00e-366d5f4cf40f" providerId="ADAL" clId="{E595B44A-E0A7-4901-82CF-F4690B9915EB}" dt="2026-05-14T19:58:34.917" v="19203" actId="14100"/>
          <ac:cxnSpMkLst>
            <pc:docMk/>
            <pc:sldMk cId="2542713837" sldId="287"/>
            <ac:cxnSpMk id="27" creationId="{EF7DC520-E20B-E9A2-DC5E-CE1363FC061A}"/>
          </ac:cxnSpMkLst>
        </pc:cxnChg>
        <pc:cxnChg chg="mod">
          <ac:chgData name="Nowmi, Saeefa Rubaiyet R" userId="e8ad5586-1a97-4cc6-b00e-366d5f4cf40f" providerId="ADAL" clId="{E595B44A-E0A7-4901-82CF-F4690B9915EB}" dt="2026-05-13T19:16:57.769" v="16177" actId="1076"/>
          <ac:cxnSpMkLst>
            <pc:docMk/>
            <pc:sldMk cId="2542713837" sldId="287"/>
            <ac:cxnSpMk id="79" creationId="{08EE897D-BB51-7BB7-26DD-A972C7840D83}"/>
          </ac:cxnSpMkLst>
        </pc:cxnChg>
        <pc:cxnChg chg="mod">
          <ac:chgData name="Nowmi, Saeefa Rubaiyet R" userId="e8ad5586-1a97-4cc6-b00e-366d5f4cf40f" providerId="ADAL" clId="{E595B44A-E0A7-4901-82CF-F4690B9915EB}" dt="2026-05-14T20:00:22.406" v="19240" actId="1038"/>
          <ac:cxnSpMkLst>
            <pc:docMk/>
            <pc:sldMk cId="2542713837" sldId="287"/>
            <ac:cxnSpMk id="158" creationId="{F79A8F71-B833-148A-818D-A3A888128882}"/>
          </ac:cxnSpMkLst>
        </pc:cxnChg>
        <pc:cxnChg chg="mod">
          <ac:chgData name="Nowmi, Saeefa Rubaiyet R" userId="e8ad5586-1a97-4cc6-b00e-366d5f4cf40f" providerId="ADAL" clId="{E595B44A-E0A7-4901-82CF-F4690B9915EB}" dt="2026-05-14T20:00:54.846" v="19279" actId="1038"/>
          <ac:cxnSpMkLst>
            <pc:docMk/>
            <pc:sldMk cId="2542713837" sldId="287"/>
            <ac:cxnSpMk id="160" creationId="{B1F38E19-4C48-87C8-C4CD-C31323DFA04C}"/>
          </ac:cxnSpMkLst>
        </pc:cxnChg>
        <pc:cxnChg chg="mod">
          <ac:chgData name="Nowmi, Saeefa Rubaiyet R" userId="e8ad5586-1a97-4cc6-b00e-366d5f4cf40f" providerId="ADAL" clId="{E595B44A-E0A7-4901-82CF-F4690B9915EB}" dt="2026-05-14T20:00:54.846" v="19279" actId="1038"/>
          <ac:cxnSpMkLst>
            <pc:docMk/>
            <pc:sldMk cId="2542713837" sldId="287"/>
            <ac:cxnSpMk id="162" creationId="{709CFFC9-531D-CEC5-0748-15C87173DE64}"/>
          </ac:cxnSpMkLst>
        </pc:cxnChg>
        <pc:cxnChg chg="mod">
          <ac:chgData name="Nowmi, Saeefa Rubaiyet R" userId="e8ad5586-1a97-4cc6-b00e-366d5f4cf40f" providerId="ADAL" clId="{E595B44A-E0A7-4901-82CF-F4690B9915EB}" dt="2026-05-14T20:01:30.540" v="19286" actId="1582"/>
          <ac:cxnSpMkLst>
            <pc:docMk/>
            <pc:sldMk cId="2542713837" sldId="287"/>
            <ac:cxnSpMk id="170" creationId="{2E81A768-E960-E44A-27F8-D94AC5959F63}"/>
          </ac:cxnSpMkLst>
        </pc:cxnChg>
      </pc:sldChg>
      <pc:sldChg chg="addSp delSp modSp mod delAnim modAnim modNotesTx">
        <pc:chgData name="Nowmi, Saeefa Rubaiyet R" userId="e8ad5586-1a97-4cc6-b00e-366d5f4cf40f" providerId="ADAL" clId="{E595B44A-E0A7-4901-82CF-F4690B9915EB}" dt="2026-05-15T18:23:06.823" v="19537" actId="20577"/>
        <pc:sldMkLst>
          <pc:docMk/>
          <pc:sldMk cId="1242652799" sldId="289"/>
        </pc:sldMkLst>
        <pc:spChg chg="mod topLvl">
          <ac:chgData name="Nowmi, Saeefa Rubaiyet R" userId="e8ad5586-1a97-4cc6-b00e-366d5f4cf40f" providerId="ADAL" clId="{E595B44A-E0A7-4901-82CF-F4690B9915EB}" dt="2026-05-13T22:08:34.626" v="18831" actId="14100"/>
          <ac:spMkLst>
            <pc:docMk/>
            <pc:sldMk cId="1242652799" sldId="289"/>
            <ac:spMk id="11" creationId="{08026498-C69F-C906-194A-48C6991AE197}"/>
          </ac:spMkLst>
        </pc:spChg>
        <pc:spChg chg="mod topLvl">
          <ac:chgData name="Nowmi, Saeefa Rubaiyet R" userId="e8ad5586-1a97-4cc6-b00e-366d5f4cf40f" providerId="ADAL" clId="{E595B44A-E0A7-4901-82CF-F4690B9915EB}" dt="2026-05-15T18:19:17.650" v="19522" actId="1076"/>
          <ac:spMkLst>
            <pc:docMk/>
            <pc:sldMk cId="1242652799" sldId="289"/>
            <ac:spMk id="35" creationId="{304D289E-5959-1DE9-6567-87B48B76FC10}"/>
          </ac:spMkLst>
        </pc:spChg>
        <pc:spChg chg="mod topLvl">
          <ac:chgData name="Nowmi, Saeefa Rubaiyet R" userId="e8ad5586-1a97-4cc6-b00e-366d5f4cf40f" providerId="ADAL" clId="{E595B44A-E0A7-4901-82CF-F4690B9915EB}" dt="2026-05-15T18:19:02.885" v="19520" actId="1076"/>
          <ac:spMkLst>
            <pc:docMk/>
            <pc:sldMk cId="1242652799" sldId="289"/>
            <ac:spMk id="49" creationId="{7E996C6F-A4E5-2C9C-046B-D2BFC3113568}"/>
          </ac:spMkLst>
        </pc:spChg>
        <pc:spChg chg="mod topLvl">
          <ac:chgData name="Nowmi, Saeefa Rubaiyet R" userId="e8ad5586-1a97-4cc6-b00e-366d5f4cf40f" providerId="ADAL" clId="{E595B44A-E0A7-4901-82CF-F4690B9915EB}" dt="2026-05-15T18:19:11.259" v="19521" actId="1076"/>
          <ac:spMkLst>
            <pc:docMk/>
            <pc:sldMk cId="1242652799" sldId="289"/>
            <ac:spMk id="58" creationId="{E1BDA07B-0288-76F9-28AB-FE522CA74663}"/>
          </ac:spMkLst>
        </pc:spChg>
        <pc:grpChg chg="add mod">
          <ac:chgData name="Nowmi, Saeefa Rubaiyet R" userId="e8ad5586-1a97-4cc6-b00e-366d5f4cf40f" providerId="ADAL" clId="{E595B44A-E0A7-4901-82CF-F4690B9915EB}" dt="2026-05-11T22:26:59.159" v="12543" actId="164"/>
          <ac:grpSpMkLst>
            <pc:docMk/>
            <pc:sldMk cId="1242652799" sldId="289"/>
            <ac:grpSpMk id="19" creationId="{5C7BD5BA-89D3-A19F-165A-9C57035C2E5B}"/>
          </ac:grpSpMkLst>
        </pc:grpChg>
        <pc:grpChg chg="add mod">
          <ac:chgData name="Nowmi, Saeefa Rubaiyet R" userId="e8ad5586-1a97-4cc6-b00e-366d5f4cf40f" providerId="ADAL" clId="{E595B44A-E0A7-4901-82CF-F4690B9915EB}" dt="2026-05-11T22:27:04.789" v="12544" actId="164"/>
          <ac:grpSpMkLst>
            <pc:docMk/>
            <pc:sldMk cId="1242652799" sldId="289"/>
            <ac:grpSpMk id="22" creationId="{189C6462-8C07-A94D-1C8E-3A1CA5CBEA8E}"/>
          </ac:grpSpMkLst>
        </pc:grpChg>
        <pc:grpChg chg="add mod">
          <ac:chgData name="Nowmi, Saeefa Rubaiyet R" userId="e8ad5586-1a97-4cc6-b00e-366d5f4cf40f" providerId="ADAL" clId="{E595B44A-E0A7-4901-82CF-F4690B9915EB}" dt="2026-05-11T22:28:03.827" v="12554" actId="1076"/>
          <ac:grpSpMkLst>
            <pc:docMk/>
            <pc:sldMk cId="1242652799" sldId="289"/>
            <ac:grpSpMk id="23" creationId="{2603D476-58B9-052B-1EDB-94DD8328744D}"/>
          </ac:grpSpMkLst>
        </pc:grpChg>
        <pc:grpChg chg="add mod">
          <ac:chgData name="Nowmi, Saeefa Rubaiyet R" userId="e8ad5586-1a97-4cc6-b00e-366d5f4cf40f" providerId="ADAL" clId="{E595B44A-E0A7-4901-82CF-F4690B9915EB}" dt="2026-05-11T22:27:22.988" v="12549" actId="164"/>
          <ac:grpSpMkLst>
            <pc:docMk/>
            <pc:sldMk cId="1242652799" sldId="289"/>
            <ac:grpSpMk id="25" creationId="{71B76CB3-45DF-A764-ACEA-AB302DBA9342}"/>
          </ac:grpSpMkLst>
        </pc:grpChg>
        <pc:grpChg chg="mod">
          <ac:chgData name="Nowmi, Saeefa Rubaiyet R" userId="e8ad5586-1a97-4cc6-b00e-366d5f4cf40f" providerId="ADAL" clId="{E595B44A-E0A7-4901-82CF-F4690B9915EB}" dt="2026-05-11T22:27:22.988" v="12549" actId="164"/>
          <ac:grpSpMkLst>
            <pc:docMk/>
            <pc:sldMk cId="1242652799" sldId="289"/>
            <ac:grpSpMk id="53" creationId="{5CAB7180-178A-E5D5-A454-92729E368204}"/>
          </ac:grpSpMkLst>
        </pc:grpChg>
        <pc:grpChg chg="mod">
          <ac:chgData name="Nowmi, Saeefa Rubaiyet R" userId="e8ad5586-1a97-4cc6-b00e-366d5f4cf40f" providerId="ADAL" clId="{E595B44A-E0A7-4901-82CF-F4690B9915EB}" dt="2026-05-11T22:27:04.789" v="12544" actId="164"/>
          <ac:grpSpMkLst>
            <pc:docMk/>
            <pc:sldMk cId="1242652799" sldId="289"/>
            <ac:grpSpMk id="54" creationId="{DF365CC0-D64A-F2C6-7B09-526151BE0146}"/>
          </ac:grpSpMkLst>
        </pc:grpChg>
        <pc:grpChg chg="mod">
          <ac:chgData name="Nowmi, Saeefa Rubaiyet R" userId="e8ad5586-1a97-4cc6-b00e-366d5f4cf40f" providerId="ADAL" clId="{E595B44A-E0A7-4901-82CF-F4690B9915EB}" dt="2026-05-11T22:27:10.147" v="12545" actId="164"/>
          <ac:grpSpMkLst>
            <pc:docMk/>
            <pc:sldMk cId="1242652799" sldId="289"/>
            <ac:grpSpMk id="55" creationId="{2C9C163F-F7F7-038B-CA60-4EF648DC3543}"/>
          </ac:grpSpMkLst>
        </pc:grpChg>
        <pc:picChg chg="mod">
          <ac:chgData name="Nowmi, Saeefa Rubaiyet R" userId="e8ad5586-1a97-4cc6-b00e-366d5f4cf40f" providerId="ADAL" clId="{E595B44A-E0A7-4901-82CF-F4690B9915EB}" dt="2026-05-11T22:26:59.159" v="12543" actId="164"/>
          <ac:picMkLst>
            <pc:docMk/>
            <pc:sldMk cId="1242652799" sldId="289"/>
            <ac:picMk id="6" creationId="{18F5A2F5-DB81-83B3-7EBF-D2FDB7B90707}"/>
          </ac:picMkLst>
        </pc:picChg>
      </pc:sldChg>
      <pc:sldChg chg="addSp delSp modSp mod ord modAnim modNotesTx">
        <pc:chgData name="Nowmi, Saeefa Rubaiyet R" userId="e8ad5586-1a97-4cc6-b00e-366d5f4cf40f" providerId="ADAL" clId="{E595B44A-E0A7-4901-82CF-F4690B9915EB}" dt="2026-05-14T16:50:59.541" v="19184" actId="1076"/>
        <pc:sldMkLst>
          <pc:docMk/>
          <pc:sldMk cId="3690322319" sldId="290"/>
        </pc:sldMkLst>
        <pc:spChg chg="add mod">
          <ac:chgData name="Nowmi, Saeefa Rubaiyet R" userId="e8ad5586-1a97-4cc6-b00e-366d5f4cf40f" providerId="ADAL" clId="{E595B44A-E0A7-4901-82CF-F4690B9915EB}" dt="2026-05-11T22:19:22.562" v="12477" actId="164"/>
          <ac:spMkLst>
            <pc:docMk/>
            <pc:sldMk cId="3690322319" sldId="290"/>
            <ac:spMk id="1041" creationId="{D1F3C601-D7E0-37F2-6648-716928F6F05A}"/>
          </ac:spMkLst>
        </pc:spChg>
        <pc:spChg chg="add mod topLvl">
          <ac:chgData name="Nowmi, Saeefa Rubaiyet R" userId="e8ad5586-1a97-4cc6-b00e-366d5f4cf40f" providerId="ADAL" clId="{E595B44A-E0A7-4901-82CF-F4690B9915EB}" dt="2026-05-13T19:53:45.553" v="17357" actId="1076"/>
          <ac:spMkLst>
            <pc:docMk/>
            <pc:sldMk cId="3690322319" sldId="290"/>
            <ac:spMk id="1043" creationId="{56573C29-3CD2-56BE-5BBE-A5E13E3B7B6C}"/>
          </ac:spMkLst>
        </pc:spChg>
        <pc:spChg chg="add mod">
          <ac:chgData name="Nowmi, Saeefa Rubaiyet R" userId="e8ad5586-1a97-4cc6-b00e-366d5f4cf40f" providerId="ADAL" clId="{E595B44A-E0A7-4901-82CF-F4690B9915EB}" dt="2026-05-11T22:21:08.944" v="12488" actId="164"/>
          <ac:spMkLst>
            <pc:docMk/>
            <pc:sldMk cId="3690322319" sldId="290"/>
            <ac:spMk id="1049" creationId="{F87DFE28-BCF5-162D-D5A2-388F8CDA75A7}"/>
          </ac:spMkLst>
        </pc:spChg>
        <pc:spChg chg="add mod topLvl">
          <ac:chgData name="Nowmi, Saeefa Rubaiyet R" userId="e8ad5586-1a97-4cc6-b00e-366d5f4cf40f" providerId="ADAL" clId="{E595B44A-E0A7-4901-82CF-F4690B9915EB}" dt="2026-05-13T19:52:50.289" v="17356" actId="1076"/>
          <ac:spMkLst>
            <pc:docMk/>
            <pc:sldMk cId="3690322319" sldId="290"/>
            <ac:spMk id="1065" creationId="{05FDF3AD-DEF5-A049-46D3-E1567CDD6394}"/>
          </ac:spMkLst>
        </pc:spChg>
        <pc:spChg chg="add mod">
          <ac:chgData name="Nowmi, Saeefa Rubaiyet R" userId="e8ad5586-1a97-4cc6-b00e-366d5f4cf40f" providerId="ADAL" clId="{E595B44A-E0A7-4901-82CF-F4690B9915EB}" dt="2026-05-11T22:23:17.088" v="12504" actId="164"/>
          <ac:spMkLst>
            <pc:docMk/>
            <pc:sldMk cId="3690322319" sldId="290"/>
            <ac:spMk id="1066" creationId="{76A40F6E-321E-29B2-FDED-00FFE8FC0CC1}"/>
          </ac:spMkLst>
        </pc:spChg>
        <pc:grpChg chg="add mod">
          <ac:chgData name="Nowmi, Saeefa Rubaiyet R" userId="e8ad5586-1a97-4cc6-b00e-366d5f4cf40f" providerId="ADAL" clId="{E595B44A-E0A7-4901-82CF-F4690B9915EB}" dt="2026-05-11T22:19:22.562" v="12477" actId="164"/>
          <ac:grpSpMkLst>
            <pc:docMk/>
            <pc:sldMk cId="3690322319" sldId="290"/>
            <ac:grpSpMk id="1074" creationId="{F1FD0E67-5E4B-9085-5BFC-CB5237D0501E}"/>
          </ac:grpSpMkLst>
        </pc:grpChg>
        <pc:grpChg chg="add mod">
          <ac:chgData name="Nowmi, Saeefa Rubaiyet R" userId="e8ad5586-1a97-4cc6-b00e-366d5f4cf40f" providerId="ADAL" clId="{E595B44A-E0A7-4901-82CF-F4690B9915EB}" dt="2026-05-13T19:52:50.289" v="17356" actId="1076"/>
          <ac:grpSpMkLst>
            <pc:docMk/>
            <pc:sldMk cId="3690322319" sldId="290"/>
            <ac:grpSpMk id="1077" creationId="{4BDFDD79-6DD1-4C61-52E9-A3D098F506C5}"/>
          </ac:grpSpMkLst>
        </pc:grpChg>
        <pc:grpChg chg="add mod">
          <ac:chgData name="Nowmi, Saeefa Rubaiyet R" userId="e8ad5586-1a97-4cc6-b00e-366d5f4cf40f" providerId="ADAL" clId="{E595B44A-E0A7-4901-82CF-F4690B9915EB}" dt="2026-05-14T16:50:59.541" v="19184" actId="1076"/>
          <ac:grpSpMkLst>
            <pc:docMk/>
            <pc:sldMk cId="3690322319" sldId="290"/>
            <ac:grpSpMk id="1079" creationId="{E3AE33E1-BDB2-03D0-3C2C-A872F4EE12E7}"/>
          </ac:grpSpMkLst>
        </pc:grpChg>
        <pc:picChg chg="add mod topLvl">
          <ac:chgData name="Nowmi, Saeefa Rubaiyet R" userId="e8ad5586-1a97-4cc6-b00e-366d5f4cf40f" providerId="ADAL" clId="{E595B44A-E0A7-4901-82CF-F4690B9915EB}" dt="2026-05-13T19:52:50.289" v="17356" actId="1076"/>
          <ac:picMkLst>
            <pc:docMk/>
            <pc:sldMk cId="3690322319" sldId="290"/>
            <ac:picMk id="1026" creationId="{4410C7D4-DB4F-AAB5-2334-216BD76FD81B}"/>
          </ac:picMkLst>
        </pc:picChg>
        <pc:picChg chg="add mod">
          <ac:chgData name="Nowmi, Saeefa Rubaiyet R" userId="e8ad5586-1a97-4cc6-b00e-366d5f4cf40f" providerId="ADAL" clId="{E595B44A-E0A7-4901-82CF-F4690B9915EB}" dt="2026-05-11T22:19:22.562" v="12477" actId="164"/>
          <ac:picMkLst>
            <pc:docMk/>
            <pc:sldMk cId="3690322319" sldId="290"/>
            <ac:picMk id="1042" creationId="{88CBB544-F17B-0214-F07F-41530AE9FD5B}"/>
          </ac:picMkLst>
        </pc:picChg>
        <pc:picChg chg="add mod topLvl">
          <ac:chgData name="Nowmi, Saeefa Rubaiyet R" userId="e8ad5586-1a97-4cc6-b00e-366d5f4cf40f" providerId="ADAL" clId="{E595B44A-E0A7-4901-82CF-F4690B9915EB}" dt="2026-05-11T22:23:17.088" v="12504" actId="164"/>
          <ac:picMkLst>
            <pc:docMk/>
            <pc:sldMk cId="3690322319" sldId="290"/>
            <ac:picMk id="1047" creationId="{D0B226A9-0D2F-F3CB-563D-750E90FF3279}"/>
          </ac:picMkLst>
        </pc:picChg>
      </pc:sldChg>
      <pc:sldChg chg="addSp delSp modSp add mod ord modAnim modNotesTx">
        <pc:chgData name="Nowmi, Saeefa Rubaiyet R" userId="e8ad5586-1a97-4cc6-b00e-366d5f4cf40f" providerId="ADAL" clId="{E595B44A-E0A7-4901-82CF-F4690B9915EB}" dt="2026-05-15T20:26:12.646" v="19669" actId="20577"/>
        <pc:sldMkLst>
          <pc:docMk/>
          <pc:sldMk cId="2676228235" sldId="293"/>
        </pc:sldMkLst>
        <pc:spChg chg="add mod topLvl">
          <ac:chgData name="Nowmi, Saeefa Rubaiyet R" userId="e8ad5586-1a97-4cc6-b00e-366d5f4cf40f" providerId="ADAL" clId="{E595B44A-E0A7-4901-82CF-F4690B9915EB}" dt="2026-05-11T22:11:50.683" v="12420" actId="1076"/>
          <ac:spMkLst>
            <pc:docMk/>
            <pc:sldMk cId="2676228235" sldId="293"/>
            <ac:spMk id="14" creationId="{34C78F39-DEDD-E68A-F661-0B8B400AE6AB}"/>
          </ac:spMkLst>
        </pc:spChg>
        <pc:spChg chg="mod">
          <ac:chgData name="Nowmi, Saeefa Rubaiyet R" userId="e8ad5586-1a97-4cc6-b00e-366d5f4cf40f" providerId="ADAL" clId="{E595B44A-E0A7-4901-82CF-F4690B9915EB}" dt="2026-05-11T22:09:08.747" v="12413" actId="164"/>
          <ac:spMkLst>
            <pc:docMk/>
            <pc:sldMk cId="2676228235" sldId="293"/>
            <ac:spMk id="16" creationId="{05E2993B-12DB-8A1E-8919-12A3F72D02D1}"/>
          </ac:spMkLst>
        </pc:spChg>
        <pc:spChg chg="mod">
          <ac:chgData name="Nowmi, Saeefa Rubaiyet R" userId="e8ad5586-1a97-4cc6-b00e-366d5f4cf40f" providerId="ADAL" clId="{E595B44A-E0A7-4901-82CF-F4690B9915EB}" dt="2026-05-11T22:07:33.537" v="12381" actId="1076"/>
          <ac:spMkLst>
            <pc:docMk/>
            <pc:sldMk cId="2676228235" sldId="293"/>
            <ac:spMk id="18" creationId="{ACBFE085-7EC8-BCC0-B937-74E92976F67C}"/>
          </ac:spMkLst>
        </pc:spChg>
        <pc:spChg chg="add mod topLvl">
          <ac:chgData name="Nowmi, Saeefa Rubaiyet R" userId="e8ad5586-1a97-4cc6-b00e-366d5f4cf40f" providerId="ADAL" clId="{E595B44A-E0A7-4901-82CF-F4690B9915EB}" dt="2026-05-13T19:49:45.742" v="17343" actId="20577"/>
          <ac:spMkLst>
            <pc:docMk/>
            <pc:sldMk cId="2676228235" sldId="293"/>
            <ac:spMk id="19" creationId="{869573B6-C5AF-C668-4CF8-D6C4A1D62820}"/>
          </ac:spMkLst>
        </pc:spChg>
        <pc:spChg chg="mod topLvl">
          <ac:chgData name="Nowmi, Saeefa Rubaiyet R" userId="e8ad5586-1a97-4cc6-b00e-366d5f4cf40f" providerId="ADAL" clId="{E595B44A-E0A7-4901-82CF-F4690B9915EB}" dt="2026-05-11T22:11:29.263" v="12419" actId="338"/>
          <ac:spMkLst>
            <pc:docMk/>
            <pc:sldMk cId="2676228235" sldId="293"/>
            <ac:spMk id="23" creationId="{A038D037-08FC-1B8B-E2B3-EF19B3531FD1}"/>
          </ac:spMkLst>
        </pc:spChg>
        <pc:spChg chg="mod topLvl">
          <ac:chgData name="Nowmi, Saeefa Rubaiyet R" userId="e8ad5586-1a97-4cc6-b00e-366d5f4cf40f" providerId="ADAL" clId="{E595B44A-E0A7-4901-82CF-F4690B9915EB}" dt="2026-05-11T22:11:29.263" v="12419" actId="338"/>
          <ac:spMkLst>
            <pc:docMk/>
            <pc:sldMk cId="2676228235" sldId="293"/>
            <ac:spMk id="25" creationId="{64790464-F787-CB8A-D2B8-B79D3BA353FB}"/>
          </ac:spMkLst>
        </pc:spChg>
        <pc:spChg chg="mod topLvl">
          <ac:chgData name="Nowmi, Saeefa Rubaiyet R" userId="e8ad5586-1a97-4cc6-b00e-366d5f4cf40f" providerId="ADAL" clId="{E595B44A-E0A7-4901-82CF-F4690B9915EB}" dt="2026-05-11T22:11:29.263" v="12419" actId="338"/>
          <ac:spMkLst>
            <pc:docMk/>
            <pc:sldMk cId="2676228235" sldId="293"/>
            <ac:spMk id="26" creationId="{22C177A7-46D2-B27D-0F66-4AF098EE20D5}"/>
          </ac:spMkLst>
        </pc:spChg>
        <pc:spChg chg="mod topLvl">
          <ac:chgData name="Nowmi, Saeefa Rubaiyet R" userId="e8ad5586-1a97-4cc6-b00e-366d5f4cf40f" providerId="ADAL" clId="{E595B44A-E0A7-4901-82CF-F4690B9915EB}" dt="2026-05-11T22:11:29.263" v="12419" actId="338"/>
          <ac:spMkLst>
            <pc:docMk/>
            <pc:sldMk cId="2676228235" sldId="293"/>
            <ac:spMk id="37" creationId="{4BBB9048-45CF-70D8-D1EF-90E1DFCBD897}"/>
          </ac:spMkLst>
        </pc:spChg>
        <pc:spChg chg="mod topLvl">
          <ac:chgData name="Nowmi, Saeefa Rubaiyet R" userId="e8ad5586-1a97-4cc6-b00e-366d5f4cf40f" providerId="ADAL" clId="{E595B44A-E0A7-4901-82CF-F4690B9915EB}" dt="2026-05-11T22:11:29.263" v="12419" actId="338"/>
          <ac:spMkLst>
            <pc:docMk/>
            <pc:sldMk cId="2676228235" sldId="293"/>
            <ac:spMk id="38" creationId="{5F24D7C3-3CF4-932B-CC37-203A8FCC6AEB}"/>
          </ac:spMkLst>
        </pc:spChg>
        <pc:spChg chg="mod">
          <ac:chgData name="Nowmi, Saeefa Rubaiyet R" userId="e8ad5586-1a97-4cc6-b00e-366d5f4cf40f" providerId="ADAL" clId="{E595B44A-E0A7-4901-82CF-F4690B9915EB}" dt="2026-05-11T18:33:42.812" v="9985" actId="1076"/>
          <ac:spMkLst>
            <pc:docMk/>
            <pc:sldMk cId="2676228235" sldId="293"/>
            <ac:spMk id="39" creationId="{B0DD66FC-B58B-A8AE-A454-5BDA4C0D731A}"/>
          </ac:spMkLst>
        </pc:spChg>
        <pc:spChg chg="mod topLvl">
          <ac:chgData name="Nowmi, Saeefa Rubaiyet R" userId="e8ad5586-1a97-4cc6-b00e-366d5f4cf40f" providerId="ADAL" clId="{E595B44A-E0A7-4901-82CF-F4690B9915EB}" dt="2026-05-11T22:11:29.263" v="12419" actId="338"/>
          <ac:spMkLst>
            <pc:docMk/>
            <pc:sldMk cId="2676228235" sldId="293"/>
            <ac:spMk id="40" creationId="{84DDE159-0349-E554-AF86-73ECD330017E}"/>
          </ac:spMkLst>
        </pc:spChg>
        <pc:spChg chg="mod topLvl">
          <ac:chgData name="Nowmi, Saeefa Rubaiyet R" userId="e8ad5586-1a97-4cc6-b00e-366d5f4cf40f" providerId="ADAL" clId="{E595B44A-E0A7-4901-82CF-F4690B9915EB}" dt="2026-05-11T22:11:29.263" v="12419" actId="338"/>
          <ac:spMkLst>
            <pc:docMk/>
            <pc:sldMk cId="2676228235" sldId="293"/>
            <ac:spMk id="41" creationId="{BBA976E5-A933-940E-C1F5-72D676845213}"/>
          </ac:spMkLst>
        </pc:spChg>
        <pc:spChg chg="mod topLvl">
          <ac:chgData name="Nowmi, Saeefa Rubaiyet R" userId="e8ad5586-1a97-4cc6-b00e-366d5f4cf40f" providerId="ADAL" clId="{E595B44A-E0A7-4901-82CF-F4690B9915EB}" dt="2026-05-11T22:11:29.263" v="12419" actId="338"/>
          <ac:spMkLst>
            <pc:docMk/>
            <pc:sldMk cId="2676228235" sldId="293"/>
            <ac:spMk id="42" creationId="{54B77F78-0E88-A477-5B8C-A2E2800EC46B}"/>
          </ac:spMkLst>
        </pc:spChg>
        <pc:spChg chg="mod topLvl">
          <ac:chgData name="Nowmi, Saeefa Rubaiyet R" userId="e8ad5586-1a97-4cc6-b00e-366d5f4cf40f" providerId="ADAL" clId="{E595B44A-E0A7-4901-82CF-F4690B9915EB}" dt="2026-05-11T22:11:29.263" v="12419" actId="338"/>
          <ac:spMkLst>
            <pc:docMk/>
            <pc:sldMk cId="2676228235" sldId="293"/>
            <ac:spMk id="43" creationId="{B06C1F35-0454-E7FE-3A1F-CE33657F0399}"/>
          </ac:spMkLst>
        </pc:spChg>
        <pc:spChg chg="mod topLvl">
          <ac:chgData name="Nowmi, Saeefa Rubaiyet R" userId="e8ad5586-1a97-4cc6-b00e-366d5f4cf40f" providerId="ADAL" clId="{E595B44A-E0A7-4901-82CF-F4690B9915EB}" dt="2026-05-11T22:11:29.263" v="12419" actId="338"/>
          <ac:spMkLst>
            <pc:docMk/>
            <pc:sldMk cId="2676228235" sldId="293"/>
            <ac:spMk id="45" creationId="{FAE0BCAC-9B90-20B7-A20F-DB320AE39874}"/>
          </ac:spMkLst>
        </pc:spChg>
        <pc:spChg chg="add mod">
          <ac:chgData name="Nowmi, Saeefa Rubaiyet R" userId="e8ad5586-1a97-4cc6-b00e-366d5f4cf40f" providerId="ADAL" clId="{E595B44A-E0A7-4901-82CF-F4690B9915EB}" dt="2026-05-11T22:07:43.362" v="12393" actId="1035"/>
          <ac:spMkLst>
            <pc:docMk/>
            <pc:sldMk cId="2676228235" sldId="293"/>
            <ac:spMk id="54" creationId="{00D291E9-FCAB-37FB-E76E-3A2C541E2695}"/>
          </ac:spMkLst>
        </pc:spChg>
        <pc:spChg chg="add mod">
          <ac:chgData name="Nowmi, Saeefa Rubaiyet R" userId="e8ad5586-1a97-4cc6-b00e-366d5f4cf40f" providerId="ADAL" clId="{E595B44A-E0A7-4901-82CF-F4690B9915EB}" dt="2026-05-11T22:07:46.379" v="12406" actId="1035"/>
          <ac:spMkLst>
            <pc:docMk/>
            <pc:sldMk cId="2676228235" sldId="293"/>
            <ac:spMk id="59" creationId="{887019B1-D6AD-9BAC-BE12-50FDB2FA73BA}"/>
          </ac:spMkLst>
        </pc:spChg>
        <pc:spChg chg="mod">
          <ac:chgData name="Nowmi, Saeefa Rubaiyet R" userId="e8ad5586-1a97-4cc6-b00e-366d5f4cf40f" providerId="ADAL" clId="{E595B44A-E0A7-4901-82CF-F4690B9915EB}" dt="2026-05-11T22:07:43.362" v="12393" actId="1035"/>
          <ac:spMkLst>
            <pc:docMk/>
            <pc:sldMk cId="2676228235" sldId="293"/>
            <ac:spMk id="60" creationId="{86691074-DF7A-0374-2C02-E6BAFEDEEAC3}"/>
          </ac:spMkLst>
        </pc:spChg>
        <pc:spChg chg="add mod">
          <ac:chgData name="Nowmi, Saeefa Rubaiyet R" userId="e8ad5586-1a97-4cc6-b00e-366d5f4cf40f" providerId="ADAL" clId="{E595B44A-E0A7-4901-82CF-F4690B9915EB}" dt="2026-05-11T22:07:43.362" v="12393" actId="1035"/>
          <ac:spMkLst>
            <pc:docMk/>
            <pc:sldMk cId="2676228235" sldId="293"/>
            <ac:spMk id="61" creationId="{F457F92A-D8AC-CF98-D5BE-EAE04DF2D5E9}"/>
          </ac:spMkLst>
        </pc:spChg>
        <pc:spChg chg="add mod">
          <ac:chgData name="Nowmi, Saeefa Rubaiyet R" userId="e8ad5586-1a97-4cc6-b00e-366d5f4cf40f" providerId="ADAL" clId="{E595B44A-E0A7-4901-82CF-F4690B9915EB}" dt="2026-05-11T22:07:43.362" v="12393" actId="1035"/>
          <ac:spMkLst>
            <pc:docMk/>
            <pc:sldMk cId="2676228235" sldId="293"/>
            <ac:spMk id="62" creationId="{8B262A6B-23DB-2DBF-4793-87EBDA8F5688}"/>
          </ac:spMkLst>
        </pc:spChg>
        <pc:spChg chg="add mod">
          <ac:chgData name="Nowmi, Saeefa Rubaiyet R" userId="e8ad5586-1a97-4cc6-b00e-366d5f4cf40f" providerId="ADAL" clId="{E595B44A-E0A7-4901-82CF-F4690B9915EB}" dt="2026-05-11T22:13:29.720" v="12426" actId="164"/>
          <ac:spMkLst>
            <pc:docMk/>
            <pc:sldMk cId="2676228235" sldId="293"/>
            <ac:spMk id="78" creationId="{2D28B037-B3B8-3706-F0BB-3C1FC9E318C2}"/>
          </ac:spMkLst>
        </pc:spChg>
        <pc:spChg chg="add mod">
          <ac:chgData name="Nowmi, Saeefa Rubaiyet R" userId="e8ad5586-1a97-4cc6-b00e-366d5f4cf40f" providerId="ADAL" clId="{E595B44A-E0A7-4901-82CF-F4690B9915EB}" dt="2026-05-11T21:55:54.657" v="12244" actId="1076"/>
          <ac:spMkLst>
            <pc:docMk/>
            <pc:sldMk cId="2676228235" sldId="293"/>
            <ac:spMk id="91" creationId="{A7A91CFB-81F6-126A-7A70-99CEAA7233D0}"/>
          </ac:spMkLst>
        </pc:spChg>
        <pc:grpChg chg="add mod">
          <ac:chgData name="Nowmi, Saeefa Rubaiyet R" userId="e8ad5586-1a97-4cc6-b00e-366d5f4cf40f" providerId="ADAL" clId="{E595B44A-E0A7-4901-82CF-F4690B9915EB}" dt="2026-05-11T22:13:29.720" v="12426" actId="164"/>
          <ac:grpSpMkLst>
            <pc:docMk/>
            <pc:sldMk cId="2676228235" sldId="293"/>
            <ac:grpSpMk id="94" creationId="{45A0706E-31DB-8AA5-721A-5337E6A98A3E}"/>
          </ac:grpSpMkLst>
        </pc:grpChg>
        <pc:grpChg chg="add mod">
          <ac:chgData name="Nowmi, Saeefa Rubaiyet R" userId="e8ad5586-1a97-4cc6-b00e-366d5f4cf40f" providerId="ADAL" clId="{E595B44A-E0A7-4901-82CF-F4690B9915EB}" dt="2026-05-11T22:13:29.720" v="12426" actId="164"/>
          <ac:grpSpMkLst>
            <pc:docMk/>
            <pc:sldMk cId="2676228235" sldId="293"/>
            <ac:grpSpMk id="100" creationId="{2BE1B280-9236-0AEA-C068-9F90C871A22D}"/>
          </ac:grpSpMkLst>
        </pc:grpChg>
        <pc:graphicFrameChg chg="mod modGraphic">
          <ac:chgData name="Nowmi, Saeefa Rubaiyet R" userId="e8ad5586-1a97-4cc6-b00e-366d5f4cf40f" providerId="ADAL" clId="{E595B44A-E0A7-4901-82CF-F4690B9915EB}" dt="2026-05-11T22:07:43.362" v="12393" actId="1035"/>
          <ac:graphicFrameMkLst>
            <pc:docMk/>
            <pc:sldMk cId="2676228235" sldId="293"/>
            <ac:graphicFrameMk id="21" creationId="{62C59B6D-3092-1A8B-CB94-34232AAC1C3C}"/>
          </ac:graphicFrameMkLst>
        </pc:graphicFrameChg>
        <pc:picChg chg="add mod topLvl modCrop">
          <ac:chgData name="Nowmi, Saeefa Rubaiyet R" userId="e8ad5586-1a97-4cc6-b00e-366d5f4cf40f" providerId="ADAL" clId="{E595B44A-E0A7-4901-82CF-F4690B9915EB}" dt="2026-05-11T22:09:08.747" v="12413" actId="164"/>
          <ac:picMkLst>
            <pc:docMk/>
            <pc:sldMk cId="2676228235" sldId="293"/>
            <ac:picMk id="17" creationId="{BCD144AB-07EA-0428-F2BF-49D7629F5BEF}"/>
          </ac:picMkLst>
        </pc:picChg>
        <pc:picChg chg="add mod modCrop">
          <ac:chgData name="Nowmi, Saeefa Rubaiyet R" userId="e8ad5586-1a97-4cc6-b00e-366d5f4cf40f" providerId="ADAL" clId="{E595B44A-E0A7-4901-82CF-F4690B9915EB}" dt="2026-05-11T22:12:28.723" v="12423" actId="164"/>
          <ac:picMkLst>
            <pc:docMk/>
            <pc:sldMk cId="2676228235" sldId="293"/>
            <ac:picMk id="87" creationId="{81EFBEF9-7E91-5DA8-BDE3-FDE557BEBBDF}"/>
          </ac:picMkLst>
        </pc:picChg>
        <pc:cxnChg chg="mod">
          <ac:chgData name="Nowmi, Saeefa Rubaiyet R" userId="e8ad5586-1a97-4cc6-b00e-366d5f4cf40f" providerId="ADAL" clId="{E595B44A-E0A7-4901-82CF-F4690B9915EB}" dt="2026-05-11T22:07:43.362" v="12393" actId="1035"/>
          <ac:cxnSpMkLst>
            <pc:docMk/>
            <pc:sldMk cId="2676228235" sldId="293"/>
            <ac:cxnSpMk id="52" creationId="{314E71C7-9DE7-FF24-EBD1-D774A91926E0}"/>
          </ac:cxnSpMkLst>
        </pc:cxnChg>
        <pc:cxnChg chg="mod">
          <ac:chgData name="Nowmi, Saeefa Rubaiyet R" userId="e8ad5586-1a97-4cc6-b00e-366d5f4cf40f" providerId="ADAL" clId="{E595B44A-E0A7-4901-82CF-F4690B9915EB}" dt="2026-05-11T22:07:43.362" v="12393" actId="1035"/>
          <ac:cxnSpMkLst>
            <pc:docMk/>
            <pc:sldMk cId="2676228235" sldId="293"/>
            <ac:cxnSpMk id="53" creationId="{32E74FFE-D3E6-1981-505C-9BBF6689B885}"/>
          </ac:cxnSpMkLst>
        </pc:cxnChg>
        <pc:cxnChg chg="mod topLvl">
          <ac:chgData name="Nowmi, Saeefa Rubaiyet R" userId="e8ad5586-1a97-4cc6-b00e-366d5f4cf40f" providerId="ADAL" clId="{E595B44A-E0A7-4901-82CF-F4690B9915EB}" dt="2026-05-11T22:07:43.362" v="12393" actId="1035"/>
          <ac:cxnSpMkLst>
            <pc:docMk/>
            <pc:sldMk cId="2676228235" sldId="293"/>
            <ac:cxnSpMk id="56" creationId="{56F0A77D-AD5E-5ED0-E172-ECFA4E56A406}"/>
          </ac:cxnSpMkLst>
        </pc:cxnChg>
        <pc:cxnChg chg="add mod">
          <ac:chgData name="Nowmi, Saeefa Rubaiyet R" userId="e8ad5586-1a97-4cc6-b00e-366d5f4cf40f" providerId="ADAL" clId="{E595B44A-E0A7-4901-82CF-F4690B9915EB}" dt="2026-05-11T21:42:22.642" v="12090" actId="1035"/>
          <ac:cxnSpMkLst>
            <pc:docMk/>
            <pc:sldMk cId="2676228235" sldId="293"/>
            <ac:cxnSpMk id="89" creationId="{E67161F2-2242-C54F-74BF-74E806F00BDB}"/>
          </ac:cxnSpMkLst>
        </pc:cxnChg>
      </pc:sldChg>
      <pc:sldChg chg="addSp delSp modSp add mod ord modAnim">
        <pc:chgData name="Nowmi, Saeefa Rubaiyet R" userId="e8ad5586-1a97-4cc6-b00e-366d5f4cf40f" providerId="ADAL" clId="{E595B44A-E0A7-4901-82CF-F4690B9915EB}" dt="2026-05-12T23:33:48.408" v="15230"/>
        <pc:sldMkLst>
          <pc:docMk/>
          <pc:sldMk cId="4269700391" sldId="294"/>
        </pc:sldMkLst>
        <pc:grpChg chg="add mod">
          <ac:chgData name="Nowmi, Saeefa Rubaiyet R" userId="e8ad5586-1a97-4cc6-b00e-366d5f4cf40f" providerId="ADAL" clId="{E595B44A-E0A7-4901-82CF-F4690B9915EB}" dt="2026-05-11T21:16:32.382" v="11376" actId="164"/>
          <ac:grpSpMkLst>
            <pc:docMk/>
            <pc:sldMk cId="4269700391" sldId="294"/>
            <ac:grpSpMk id="19" creationId="{BDC3FA21-850D-35A4-F977-52D87E896D2C}"/>
          </ac:grpSpMkLst>
        </pc:grpChg>
        <pc:grpChg chg="add mod">
          <ac:chgData name="Nowmi, Saeefa Rubaiyet R" userId="e8ad5586-1a97-4cc6-b00e-366d5f4cf40f" providerId="ADAL" clId="{E595B44A-E0A7-4901-82CF-F4690B9915EB}" dt="2026-05-11T21:16:43.935" v="11378" actId="164"/>
          <ac:grpSpMkLst>
            <pc:docMk/>
            <pc:sldMk cId="4269700391" sldId="294"/>
            <ac:grpSpMk id="20" creationId="{CAE35C02-C9B3-3DAD-AD8C-2B99B363968A}"/>
          </ac:grpSpMkLst>
        </pc:grpChg>
        <pc:grpChg chg="add mod">
          <ac:chgData name="Nowmi, Saeefa Rubaiyet R" userId="e8ad5586-1a97-4cc6-b00e-366d5f4cf40f" providerId="ADAL" clId="{E595B44A-E0A7-4901-82CF-F4690B9915EB}" dt="2026-05-11T21:16:51.853" v="11380" actId="164"/>
          <ac:grpSpMkLst>
            <pc:docMk/>
            <pc:sldMk cId="4269700391" sldId="294"/>
            <ac:grpSpMk id="21" creationId="{B3B97C85-C45E-6174-F946-47C7741A5A35}"/>
          </ac:grpSpMkLst>
        </pc:grpChg>
        <pc:grpChg chg="add mod">
          <ac:chgData name="Nowmi, Saeefa Rubaiyet R" userId="e8ad5586-1a97-4cc6-b00e-366d5f4cf40f" providerId="ADAL" clId="{E595B44A-E0A7-4901-82CF-F4690B9915EB}" dt="2026-05-11T21:17:01.202" v="11382" actId="164"/>
          <ac:grpSpMkLst>
            <pc:docMk/>
            <pc:sldMk cId="4269700391" sldId="294"/>
            <ac:grpSpMk id="22" creationId="{36A338A2-75AD-1E71-EA8D-B8320E2D693B}"/>
          </ac:grpSpMkLst>
        </pc:grpChg>
        <pc:picChg chg="add mod">
          <ac:chgData name="Nowmi, Saeefa Rubaiyet R" userId="e8ad5586-1a97-4cc6-b00e-366d5f4cf40f" providerId="ADAL" clId="{E595B44A-E0A7-4901-82CF-F4690B9915EB}" dt="2026-05-11T21:10:51.827" v="11328" actId="14100"/>
          <ac:picMkLst>
            <pc:docMk/>
            <pc:sldMk cId="4269700391" sldId="294"/>
            <ac:picMk id="2052" creationId="{69A3AEAB-A143-FE76-C8C4-BBEF1FA52AF3}"/>
          </ac:picMkLst>
        </pc:picChg>
        <pc:picChg chg="add mod">
          <ac:chgData name="Nowmi, Saeefa Rubaiyet R" userId="e8ad5586-1a97-4cc6-b00e-366d5f4cf40f" providerId="ADAL" clId="{E595B44A-E0A7-4901-82CF-F4690B9915EB}" dt="2026-05-11T21:10:49.665" v="11327" actId="1076"/>
          <ac:picMkLst>
            <pc:docMk/>
            <pc:sldMk cId="4269700391" sldId="294"/>
            <ac:picMk id="2056" creationId="{4C5A71F2-5B01-D590-9927-F11F7B574D49}"/>
          </ac:picMkLst>
        </pc:picChg>
        <pc:picChg chg="add mod">
          <ac:chgData name="Nowmi, Saeefa Rubaiyet R" userId="e8ad5586-1a97-4cc6-b00e-366d5f4cf40f" providerId="ADAL" clId="{E595B44A-E0A7-4901-82CF-F4690B9915EB}" dt="2026-05-11T21:16:32.382" v="11376" actId="164"/>
          <ac:picMkLst>
            <pc:docMk/>
            <pc:sldMk cId="4269700391" sldId="294"/>
            <ac:picMk id="2060" creationId="{37CB91FD-388E-61E8-C567-E507836C24FF}"/>
          </ac:picMkLst>
        </pc:picChg>
        <pc:picChg chg="add mod">
          <ac:chgData name="Nowmi, Saeefa Rubaiyet R" userId="e8ad5586-1a97-4cc6-b00e-366d5f4cf40f" providerId="ADAL" clId="{E595B44A-E0A7-4901-82CF-F4690B9915EB}" dt="2026-05-11T21:16:43.935" v="11378" actId="164"/>
          <ac:picMkLst>
            <pc:docMk/>
            <pc:sldMk cId="4269700391" sldId="294"/>
            <ac:picMk id="2062" creationId="{B7CC0110-958F-25AC-EF8E-DE4A06DD52BE}"/>
          </ac:picMkLst>
        </pc:picChg>
        <pc:picChg chg="add mod">
          <ac:chgData name="Nowmi, Saeefa Rubaiyet R" userId="e8ad5586-1a97-4cc6-b00e-366d5f4cf40f" providerId="ADAL" clId="{E595B44A-E0A7-4901-82CF-F4690B9915EB}" dt="2026-05-11T21:16:51.853" v="11380" actId="164"/>
          <ac:picMkLst>
            <pc:docMk/>
            <pc:sldMk cId="4269700391" sldId="294"/>
            <ac:picMk id="2064" creationId="{07FA5FF9-C103-90BD-97CE-B7FE497640FC}"/>
          </ac:picMkLst>
        </pc:picChg>
        <pc:picChg chg="add mod">
          <ac:chgData name="Nowmi, Saeefa Rubaiyet R" userId="e8ad5586-1a97-4cc6-b00e-366d5f4cf40f" providerId="ADAL" clId="{E595B44A-E0A7-4901-82CF-F4690B9915EB}" dt="2026-05-11T21:17:01.202" v="11382" actId="164"/>
          <ac:picMkLst>
            <pc:docMk/>
            <pc:sldMk cId="4269700391" sldId="294"/>
            <ac:picMk id="2066" creationId="{80FDD28C-C028-2539-A831-D3D4B9B4A1A2}"/>
          </ac:picMkLst>
        </pc:picChg>
        <pc:cxnChg chg="add mod">
          <ac:chgData name="Nowmi, Saeefa Rubaiyet R" userId="e8ad5586-1a97-4cc6-b00e-366d5f4cf40f" providerId="ADAL" clId="{E595B44A-E0A7-4901-82CF-F4690B9915EB}" dt="2026-05-11T21:16:32.382" v="11376" actId="164"/>
          <ac:cxnSpMkLst>
            <pc:docMk/>
            <pc:sldMk cId="4269700391" sldId="294"/>
            <ac:cxnSpMk id="8" creationId="{706B2D09-47EE-CEFC-1C48-BE905C795EF6}"/>
          </ac:cxnSpMkLst>
        </pc:cxnChg>
        <pc:cxnChg chg="add mod">
          <ac:chgData name="Nowmi, Saeefa Rubaiyet R" userId="e8ad5586-1a97-4cc6-b00e-366d5f4cf40f" providerId="ADAL" clId="{E595B44A-E0A7-4901-82CF-F4690B9915EB}" dt="2026-05-11T21:16:43.935" v="11378" actId="164"/>
          <ac:cxnSpMkLst>
            <pc:docMk/>
            <pc:sldMk cId="4269700391" sldId="294"/>
            <ac:cxnSpMk id="9" creationId="{5537E278-39C8-38FD-9A61-BBB0C2633AF2}"/>
          </ac:cxnSpMkLst>
        </pc:cxnChg>
        <pc:cxnChg chg="add mod">
          <ac:chgData name="Nowmi, Saeefa Rubaiyet R" userId="e8ad5586-1a97-4cc6-b00e-366d5f4cf40f" providerId="ADAL" clId="{E595B44A-E0A7-4901-82CF-F4690B9915EB}" dt="2026-05-11T21:16:51.853" v="11380" actId="164"/>
          <ac:cxnSpMkLst>
            <pc:docMk/>
            <pc:sldMk cId="4269700391" sldId="294"/>
            <ac:cxnSpMk id="13" creationId="{90FEE4B2-6A58-FAB7-EA1B-54BBD2170613}"/>
          </ac:cxnSpMkLst>
        </pc:cxnChg>
        <pc:cxnChg chg="add mod">
          <ac:chgData name="Nowmi, Saeefa Rubaiyet R" userId="e8ad5586-1a97-4cc6-b00e-366d5f4cf40f" providerId="ADAL" clId="{E595B44A-E0A7-4901-82CF-F4690B9915EB}" dt="2026-05-11T21:17:01.202" v="11382" actId="164"/>
          <ac:cxnSpMkLst>
            <pc:docMk/>
            <pc:sldMk cId="4269700391" sldId="294"/>
            <ac:cxnSpMk id="16" creationId="{AD85F817-C354-3606-7218-41938DD9C83B}"/>
          </ac:cxnSpMkLst>
        </pc:cxnChg>
      </pc:sldChg>
      <pc:sldChg chg="addSp delSp modSp add mod modAnim modNotesTx">
        <pc:chgData name="Nowmi, Saeefa Rubaiyet R" userId="e8ad5586-1a97-4cc6-b00e-366d5f4cf40f" providerId="ADAL" clId="{E595B44A-E0A7-4901-82CF-F4690B9915EB}" dt="2026-05-15T20:08:41.216" v="19610" actId="20577"/>
        <pc:sldMkLst>
          <pc:docMk/>
          <pc:sldMk cId="1171050525" sldId="295"/>
        </pc:sldMkLst>
        <pc:spChg chg="add mod topLvl">
          <ac:chgData name="Nowmi, Saeefa Rubaiyet R" userId="e8ad5586-1a97-4cc6-b00e-366d5f4cf40f" providerId="ADAL" clId="{E595B44A-E0A7-4901-82CF-F4690B9915EB}" dt="2026-05-12T00:29:07.321" v="12627" actId="164"/>
          <ac:spMkLst>
            <pc:docMk/>
            <pc:sldMk cId="1171050525" sldId="295"/>
            <ac:spMk id="5" creationId="{3B78B300-D664-6D5B-7D77-1F69FCF33AF5}"/>
          </ac:spMkLst>
        </pc:spChg>
        <pc:spChg chg="add mod">
          <ac:chgData name="Nowmi, Saeefa Rubaiyet R" userId="e8ad5586-1a97-4cc6-b00e-366d5f4cf40f" providerId="ADAL" clId="{E595B44A-E0A7-4901-82CF-F4690B9915EB}" dt="2026-05-11T21:38:35.473" v="11979" actId="164"/>
          <ac:spMkLst>
            <pc:docMk/>
            <pc:sldMk cId="1171050525" sldId="295"/>
            <ac:spMk id="7" creationId="{ADFC8005-AD2A-655C-2267-77F88B20C03C}"/>
          </ac:spMkLst>
        </pc:spChg>
        <pc:spChg chg="add mod">
          <ac:chgData name="Nowmi, Saeefa Rubaiyet R" userId="e8ad5586-1a97-4cc6-b00e-366d5f4cf40f" providerId="ADAL" clId="{E595B44A-E0A7-4901-82CF-F4690B9915EB}" dt="2026-05-11T21:38:41.921" v="11980" actId="164"/>
          <ac:spMkLst>
            <pc:docMk/>
            <pc:sldMk cId="1171050525" sldId="295"/>
            <ac:spMk id="11" creationId="{582273C5-DC82-1725-7E08-376C442ED91E}"/>
          </ac:spMkLst>
        </pc:spChg>
        <pc:spChg chg="add mod">
          <ac:chgData name="Nowmi, Saeefa Rubaiyet R" userId="e8ad5586-1a97-4cc6-b00e-366d5f4cf40f" providerId="ADAL" clId="{E595B44A-E0A7-4901-82CF-F4690B9915EB}" dt="2026-05-12T00:29:13.146" v="12628" actId="164"/>
          <ac:spMkLst>
            <pc:docMk/>
            <pc:sldMk cId="1171050525" sldId="295"/>
            <ac:spMk id="15" creationId="{936B3072-C02C-897E-91B5-B9FBCD60E436}"/>
          </ac:spMkLst>
        </pc:spChg>
        <pc:grpChg chg="add mod">
          <ac:chgData name="Nowmi, Saeefa Rubaiyet R" userId="e8ad5586-1a97-4cc6-b00e-366d5f4cf40f" providerId="ADAL" clId="{E595B44A-E0A7-4901-82CF-F4690B9915EB}" dt="2026-05-12T00:29:07.321" v="12627" actId="164"/>
          <ac:grpSpMkLst>
            <pc:docMk/>
            <pc:sldMk cId="1171050525" sldId="295"/>
            <ac:grpSpMk id="6" creationId="{25C63C2F-7750-E9E1-2DA8-535801F91EB7}"/>
          </ac:grpSpMkLst>
        </pc:grpChg>
        <pc:grpChg chg="add mod">
          <ac:chgData name="Nowmi, Saeefa Rubaiyet R" userId="e8ad5586-1a97-4cc6-b00e-366d5f4cf40f" providerId="ADAL" clId="{E595B44A-E0A7-4901-82CF-F4690B9915EB}" dt="2026-05-12T00:29:13.146" v="12628" actId="164"/>
          <ac:grpSpMkLst>
            <pc:docMk/>
            <pc:sldMk cId="1171050525" sldId="295"/>
            <ac:grpSpMk id="8" creationId="{CE9F07C4-C81D-2A89-553E-0912ACFF329A}"/>
          </ac:grpSpMkLst>
        </pc:grpChg>
        <pc:grpChg chg="add mod">
          <ac:chgData name="Nowmi, Saeefa Rubaiyet R" userId="e8ad5586-1a97-4cc6-b00e-366d5f4cf40f" providerId="ADAL" clId="{E595B44A-E0A7-4901-82CF-F4690B9915EB}" dt="2026-05-11T21:38:35.473" v="11979" actId="164"/>
          <ac:grpSpMkLst>
            <pc:docMk/>
            <pc:sldMk cId="1171050525" sldId="295"/>
            <ac:grpSpMk id="18" creationId="{409B9F71-5CA3-0899-D67C-EF44F0BD92C0}"/>
          </ac:grpSpMkLst>
        </pc:grpChg>
        <pc:grpChg chg="add mod">
          <ac:chgData name="Nowmi, Saeefa Rubaiyet R" userId="e8ad5586-1a97-4cc6-b00e-366d5f4cf40f" providerId="ADAL" clId="{E595B44A-E0A7-4901-82CF-F4690B9915EB}" dt="2026-05-11T21:38:41.921" v="11980" actId="164"/>
          <ac:grpSpMkLst>
            <pc:docMk/>
            <pc:sldMk cId="1171050525" sldId="295"/>
            <ac:grpSpMk id="23" creationId="{3CAA9578-258E-9CBF-52F7-F6786D6379D3}"/>
          </ac:grpSpMkLst>
        </pc:grpChg>
        <pc:picChg chg="add mod">
          <ac:chgData name="Nowmi, Saeefa Rubaiyet R" userId="e8ad5586-1a97-4cc6-b00e-366d5f4cf40f" providerId="ADAL" clId="{E595B44A-E0A7-4901-82CF-F4690B9915EB}" dt="2026-05-12T00:29:13.146" v="12628" actId="164"/>
          <ac:picMkLst>
            <pc:docMk/>
            <pc:sldMk cId="1171050525" sldId="295"/>
            <ac:picMk id="1030" creationId="{9DFB4BA0-AA1C-4514-60E3-A5DCAA8B1CE1}"/>
          </ac:picMkLst>
        </pc:picChg>
        <pc:picChg chg="add mod">
          <ac:chgData name="Nowmi, Saeefa Rubaiyet R" userId="e8ad5586-1a97-4cc6-b00e-366d5f4cf40f" providerId="ADAL" clId="{E595B44A-E0A7-4901-82CF-F4690B9915EB}" dt="2026-05-12T00:29:07.321" v="12627" actId="164"/>
          <ac:picMkLst>
            <pc:docMk/>
            <pc:sldMk cId="1171050525" sldId="295"/>
            <ac:picMk id="1034" creationId="{7B05E86C-4BA7-1278-72E7-7EDAE3FF8BC9}"/>
          </ac:picMkLst>
        </pc:picChg>
        <pc:picChg chg="add mod">
          <ac:chgData name="Nowmi, Saeefa Rubaiyet R" userId="e8ad5586-1a97-4cc6-b00e-366d5f4cf40f" providerId="ADAL" clId="{E595B44A-E0A7-4901-82CF-F4690B9915EB}" dt="2026-05-11T21:38:35.473" v="11979" actId="164"/>
          <ac:picMkLst>
            <pc:docMk/>
            <pc:sldMk cId="1171050525" sldId="295"/>
            <ac:picMk id="3076" creationId="{337AF2C3-6EA1-7EDB-C96C-783880E3344D}"/>
          </ac:picMkLst>
        </pc:picChg>
        <pc:picChg chg="add mod">
          <ac:chgData name="Nowmi, Saeefa Rubaiyet R" userId="e8ad5586-1a97-4cc6-b00e-366d5f4cf40f" providerId="ADAL" clId="{E595B44A-E0A7-4901-82CF-F4690B9915EB}" dt="2026-05-11T21:38:41.921" v="11980" actId="164"/>
          <ac:picMkLst>
            <pc:docMk/>
            <pc:sldMk cId="1171050525" sldId="295"/>
            <ac:picMk id="3080" creationId="{9FA83148-5E55-1DA6-7D40-FC11B616F3BC}"/>
          </ac:picMkLst>
        </pc:picChg>
      </pc:sldChg>
      <pc:sldChg chg="addSp delSp modSp add mod ord modAnim modNotesTx">
        <pc:chgData name="Nowmi, Saeefa Rubaiyet R" userId="e8ad5586-1a97-4cc6-b00e-366d5f4cf40f" providerId="ADAL" clId="{E595B44A-E0A7-4901-82CF-F4690B9915EB}" dt="2026-05-12T22:47:59.997" v="15135" actId="20577"/>
        <pc:sldMkLst>
          <pc:docMk/>
          <pc:sldMk cId="1076624593" sldId="297"/>
        </pc:sldMkLst>
        <pc:spChg chg="mod">
          <ac:chgData name="Nowmi, Saeefa Rubaiyet R" userId="e8ad5586-1a97-4cc6-b00e-366d5f4cf40f" providerId="ADAL" clId="{E595B44A-E0A7-4901-82CF-F4690B9915EB}" dt="2026-05-12T22:13:32.542" v="13661" actId="20577"/>
          <ac:spMkLst>
            <pc:docMk/>
            <pc:sldMk cId="1076624593" sldId="297"/>
            <ac:spMk id="2" creationId="{D48AB0C8-9B05-A53E-5FDD-4E850CB9100D}"/>
          </ac:spMkLst>
        </pc:spChg>
        <pc:spChg chg="mod">
          <ac:chgData name="Nowmi, Saeefa Rubaiyet R" userId="e8ad5586-1a97-4cc6-b00e-366d5f4cf40f" providerId="ADAL" clId="{E595B44A-E0A7-4901-82CF-F4690B9915EB}" dt="2026-05-12T22:09:24.393" v="13405" actId="14100"/>
          <ac:spMkLst>
            <pc:docMk/>
            <pc:sldMk cId="1076624593" sldId="297"/>
            <ac:spMk id="5" creationId="{5B1F2419-D27F-C4C3-7068-C67B998FAEEF}"/>
          </ac:spMkLst>
        </pc:spChg>
        <pc:spChg chg="add mod">
          <ac:chgData name="Nowmi, Saeefa Rubaiyet R" userId="e8ad5586-1a97-4cc6-b00e-366d5f4cf40f" providerId="ADAL" clId="{E595B44A-E0A7-4901-82CF-F4690B9915EB}" dt="2026-05-12T22:08:32.232" v="13396" actId="5793"/>
          <ac:spMkLst>
            <pc:docMk/>
            <pc:sldMk cId="1076624593" sldId="297"/>
            <ac:spMk id="8" creationId="{F3F06933-7F23-4187-7984-ACDD1102A4B8}"/>
          </ac:spMkLst>
        </pc:spChg>
        <pc:spChg chg="add mod">
          <ac:chgData name="Nowmi, Saeefa Rubaiyet R" userId="e8ad5586-1a97-4cc6-b00e-366d5f4cf40f" providerId="ADAL" clId="{E595B44A-E0A7-4901-82CF-F4690B9915EB}" dt="2026-05-12T22:08:47.488" v="13398" actId="113"/>
          <ac:spMkLst>
            <pc:docMk/>
            <pc:sldMk cId="1076624593" sldId="297"/>
            <ac:spMk id="10" creationId="{CE27EA10-21F4-58D9-0A56-5E7FC20CE0F5}"/>
          </ac:spMkLst>
        </pc:spChg>
        <pc:spChg chg="mod">
          <ac:chgData name="Nowmi, Saeefa Rubaiyet R" userId="e8ad5586-1a97-4cc6-b00e-366d5f4cf40f" providerId="ADAL" clId="{E595B44A-E0A7-4901-82CF-F4690B9915EB}" dt="2026-05-12T21:44:24.139" v="12964" actId="207"/>
          <ac:spMkLst>
            <pc:docMk/>
            <pc:sldMk cId="1076624593" sldId="297"/>
            <ac:spMk id="17" creationId="{36D115E0-6222-B9FE-6B29-F7FBDCB709D4}"/>
          </ac:spMkLst>
        </pc:spChg>
      </pc:sldChg>
      <pc:sldChg chg="add ord">
        <pc:chgData name="Nowmi, Saeefa Rubaiyet R" userId="e8ad5586-1a97-4cc6-b00e-366d5f4cf40f" providerId="ADAL" clId="{E595B44A-E0A7-4901-82CF-F4690B9915EB}" dt="2026-05-13T19:04:35.692" v="15996"/>
        <pc:sldMkLst>
          <pc:docMk/>
          <pc:sldMk cId="3839347235" sldId="298"/>
        </pc:sldMkLst>
      </pc:sldChg>
      <pc:sldChg chg="modSp new del mod">
        <pc:chgData name="Nowmi, Saeefa Rubaiyet R" userId="e8ad5586-1a97-4cc6-b00e-366d5f4cf40f" providerId="ADAL" clId="{E595B44A-E0A7-4901-82CF-F4690B9915EB}" dt="2026-05-15T19:39:50.343" v="19594" actId="680"/>
        <pc:sldMkLst>
          <pc:docMk/>
          <pc:sldMk cId="2334861687" sldId="299"/>
        </pc:sldMkLst>
        <pc:spChg chg="mod">
          <ac:chgData name="Nowmi, Saeefa Rubaiyet R" userId="e8ad5586-1a97-4cc6-b00e-366d5f4cf40f" providerId="ADAL" clId="{E595B44A-E0A7-4901-82CF-F4690B9915EB}" dt="2026-05-15T19:39:50.343" v="19594" actId="680"/>
          <ac:spMkLst>
            <pc:docMk/>
            <pc:sldMk cId="2334861687" sldId="299"/>
            <ac:spMk id="2" creationId="{B220BD1D-15BA-2635-DF22-4260D990E722}"/>
          </ac:spMkLst>
        </pc:spChg>
      </pc:sldChg>
      <pc:sldMasterChg chg="modSp mod modSldLayout">
        <pc:chgData name="Nowmi, Saeefa Rubaiyet R" userId="e8ad5586-1a97-4cc6-b00e-366d5f4cf40f" providerId="ADAL" clId="{E595B44A-E0A7-4901-82CF-F4690B9915EB}" dt="2026-05-11T21:53:30.247" v="12226" actId="1076"/>
        <pc:sldMasterMkLst>
          <pc:docMk/>
          <pc:sldMasterMk cId="1376198614" sldId="2147483648"/>
        </pc:sldMasterMkLst>
        <pc:spChg chg="mod">
          <ac:chgData name="Nowmi, Saeefa Rubaiyet R" userId="e8ad5586-1a97-4cc6-b00e-366d5f4cf40f" providerId="ADAL" clId="{E595B44A-E0A7-4901-82CF-F4690B9915EB}" dt="2026-05-11T18:30:15.281" v="9956" actId="1076"/>
          <ac:spMkLst>
            <pc:docMk/>
            <pc:sldMasterMk cId="1376198614" sldId="2147483648"/>
            <ac:spMk id="6" creationId="{764A49FD-19C0-4E98-ADD5-EE64186A6CCE}"/>
          </ac:spMkLst>
        </pc:spChg>
        <pc:sldLayoutChg chg="modSp">
          <pc:chgData name="Nowmi, Saeefa Rubaiyet R" userId="e8ad5586-1a97-4cc6-b00e-366d5f4cf40f" providerId="ADAL" clId="{E595B44A-E0A7-4901-82CF-F4690B9915EB}" dt="2026-05-11T18:28:22.899" v="9954" actId="735"/>
          <pc:sldLayoutMkLst>
            <pc:docMk/>
            <pc:sldMasterMk cId="1376198614" sldId="2147483648"/>
            <pc:sldLayoutMk cId="1468135225" sldId="2147483655"/>
          </pc:sldLayoutMkLst>
        </pc:sldLayoutChg>
        <pc:sldLayoutChg chg="addSp delSp modSp mod">
          <pc:chgData name="Nowmi, Saeefa Rubaiyet R" userId="e8ad5586-1a97-4cc6-b00e-366d5f4cf40f" providerId="ADAL" clId="{E595B44A-E0A7-4901-82CF-F4690B9915EB}" dt="2026-05-11T21:53:30.247" v="12226" actId="1076"/>
          <pc:sldLayoutMkLst>
            <pc:docMk/>
            <pc:sldMasterMk cId="1376198614" sldId="2147483648"/>
            <pc:sldLayoutMk cId="2693734912" sldId="2147483660"/>
          </pc:sldLayoutMkLst>
          <pc:spChg chg="add del mod">
            <ac:chgData name="Nowmi, Saeefa Rubaiyet R" userId="e8ad5586-1a97-4cc6-b00e-366d5f4cf40f" providerId="ADAL" clId="{E595B44A-E0A7-4901-82CF-F4690B9915EB}" dt="2026-05-11T21:51:53.659" v="12207" actId="1076"/>
            <ac:spMkLst>
              <pc:docMk/>
              <pc:sldMasterMk cId="1376198614" sldId="2147483648"/>
              <pc:sldLayoutMk cId="2693734912" sldId="2147483660"/>
              <ac:spMk id="2" creationId="{D347AEBE-1A2C-D05E-B116-1160734E093B}"/>
            </ac:spMkLst>
          </pc:spChg>
          <pc:spChg chg="mod">
            <ac:chgData name="Nowmi, Saeefa Rubaiyet R" userId="e8ad5586-1a97-4cc6-b00e-366d5f4cf40f" providerId="ADAL" clId="{E595B44A-E0A7-4901-82CF-F4690B9915EB}" dt="2026-05-11T21:53:30.247" v="12226" actId="1076"/>
            <ac:spMkLst>
              <pc:docMk/>
              <pc:sldMasterMk cId="1376198614" sldId="2147483648"/>
              <pc:sldLayoutMk cId="2693734912" sldId="2147483660"/>
              <ac:spMk id="5" creationId="{94FFACA6-9EF7-F1DC-4ED7-08C11534761C}"/>
            </ac:spMkLst>
          </pc:spChg>
          <pc:cxnChg chg="add del mod">
            <ac:chgData name="Nowmi, Saeefa Rubaiyet R" userId="e8ad5586-1a97-4cc6-b00e-366d5f4cf40f" providerId="ADAL" clId="{E595B44A-E0A7-4901-82CF-F4690B9915EB}" dt="2026-05-11T21:51:59.273" v="12220" actId="1035"/>
            <ac:cxnSpMkLst>
              <pc:docMk/>
              <pc:sldMasterMk cId="1376198614" sldId="2147483648"/>
              <pc:sldLayoutMk cId="2693734912" sldId="2147483660"/>
              <ac:cxnSpMk id="6" creationId="{C7ED00BE-A172-6A96-2D4A-F83EFA8A6609}"/>
            </ac:cxnSpMkLst>
          </pc:cxnChg>
        </pc:sldLayoutChg>
      </pc:sldMasterChg>
    </pc:docChg>
  </pc:docChgLst>
  <pc:docChgLst>
    <pc:chgData name="Nowmi, Saeefa Rubaiyet R" userId="e8ad5586-1a97-4cc6-b00e-366d5f4cf40f" providerId="ADAL" clId="{9D953F25-EF3B-4DF3-9AC1-0269710ED864}"/>
    <pc:docChg chg="undo custSel addSld delSld modSld sldOrd">
      <pc:chgData name="Nowmi, Saeefa Rubaiyet R" userId="e8ad5586-1a97-4cc6-b00e-366d5f4cf40f" providerId="ADAL" clId="{9D953F25-EF3B-4DF3-9AC1-0269710ED864}" dt="2026-05-15T21:17:32.580" v="5656" actId="21"/>
      <pc:docMkLst>
        <pc:docMk/>
      </pc:docMkLst>
      <pc:sldChg chg="addSp delSp modSp mod">
        <pc:chgData name="Nowmi, Saeefa Rubaiyet R" userId="e8ad5586-1a97-4cc6-b00e-366d5f4cf40f" providerId="ADAL" clId="{9D953F25-EF3B-4DF3-9AC1-0269710ED864}" dt="2026-05-15T21:14:50.982" v="5655" actId="20577"/>
        <pc:sldMkLst>
          <pc:docMk/>
          <pc:sldMk cId="2134881497" sldId="257"/>
        </pc:sldMkLst>
        <pc:spChg chg="mod">
          <ac:chgData name="Nowmi, Saeefa Rubaiyet R" userId="e8ad5586-1a97-4cc6-b00e-366d5f4cf40f" providerId="ADAL" clId="{9D953F25-EF3B-4DF3-9AC1-0269710ED864}" dt="2026-05-07T15:19:25.937" v="151" actId="207"/>
          <ac:spMkLst>
            <pc:docMk/>
            <pc:sldMk cId="2134881497" sldId="257"/>
            <ac:spMk id="2" creationId="{962819DA-3FD7-3748-2494-009BD705B6F0}"/>
          </ac:spMkLst>
        </pc:spChg>
        <pc:spChg chg="mod">
          <ac:chgData name="Nowmi, Saeefa Rubaiyet R" userId="e8ad5586-1a97-4cc6-b00e-366d5f4cf40f" providerId="ADAL" clId="{9D953F25-EF3B-4DF3-9AC1-0269710ED864}" dt="2026-05-07T15:17:39.210" v="81" actId="1035"/>
          <ac:spMkLst>
            <pc:docMk/>
            <pc:sldMk cId="2134881497" sldId="257"/>
            <ac:spMk id="7" creationId="{FF75A213-7A7F-F7B9-2810-B3FB6AC5EAF2}"/>
          </ac:spMkLst>
        </pc:spChg>
        <pc:spChg chg="mod">
          <ac:chgData name="Nowmi, Saeefa Rubaiyet R" userId="e8ad5586-1a97-4cc6-b00e-366d5f4cf40f" providerId="ADAL" clId="{9D953F25-EF3B-4DF3-9AC1-0269710ED864}" dt="2026-05-15T21:14:50.982" v="5655" actId="20577"/>
          <ac:spMkLst>
            <pc:docMk/>
            <pc:sldMk cId="2134881497" sldId="257"/>
            <ac:spMk id="9" creationId="{1E3D427C-8ECB-DAEA-DADE-872EB18E0DDE}"/>
          </ac:spMkLst>
        </pc:spChg>
        <pc:spChg chg="mod">
          <ac:chgData name="Nowmi, Saeefa Rubaiyet R" userId="e8ad5586-1a97-4cc6-b00e-366d5f4cf40f" providerId="ADAL" clId="{9D953F25-EF3B-4DF3-9AC1-0269710ED864}" dt="2026-05-07T15:18:31.498" v="142" actId="1076"/>
          <ac:spMkLst>
            <pc:docMk/>
            <pc:sldMk cId="2134881497" sldId="257"/>
            <ac:spMk id="33" creationId="{DE8125A4-2DBC-09F5-3423-839195784F0A}"/>
          </ac:spMkLst>
        </pc:spChg>
        <pc:picChg chg="add mod modCrop">
          <ac:chgData name="Nowmi, Saeefa Rubaiyet R" userId="e8ad5586-1a97-4cc6-b00e-366d5f4cf40f" providerId="ADAL" clId="{9D953F25-EF3B-4DF3-9AC1-0269710ED864}" dt="2026-05-07T15:22:16.898" v="220" actId="1076"/>
          <ac:picMkLst>
            <pc:docMk/>
            <pc:sldMk cId="2134881497" sldId="257"/>
            <ac:picMk id="4" creationId="{9FB03BD9-75A5-F0B0-EE77-C5DB88195378}"/>
          </ac:picMkLst>
        </pc:picChg>
        <pc:picChg chg="mod">
          <ac:chgData name="Nowmi, Saeefa Rubaiyet R" userId="e8ad5586-1a97-4cc6-b00e-366d5f4cf40f" providerId="ADAL" clId="{9D953F25-EF3B-4DF3-9AC1-0269710ED864}" dt="2026-05-07T15:21:58.289" v="205" actId="1038"/>
          <ac:picMkLst>
            <pc:docMk/>
            <pc:sldMk cId="2134881497" sldId="257"/>
            <ac:picMk id="13" creationId="{4B154DD3-EF10-F9B0-15E5-095D9AA545D8}"/>
          </ac:picMkLst>
        </pc:picChg>
        <pc:picChg chg="mod">
          <ac:chgData name="Nowmi, Saeefa Rubaiyet R" userId="e8ad5586-1a97-4cc6-b00e-366d5f4cf40f" providerId="ADAL" clId="{9D953F25-EF3B-4DF3-9AC1-0269710ED864}" dt="2026-05-07T15:21:52.909" v="178" actId="1038"/>
          <ac:picMkLst>
            <pc:docMk/>
            <pc:sldMk cId="2134881497" sldId="257"/>
            <ac:picMk id="17" creationId="{1245BD1D-D101-0342-53F6-55E59E0B781F}"/>
          </ac:picMkLst>
        </pc:picChg>
        <pc:picChg chg="mod">
          <ac:chgData name="Nowmi, Saeefa Rubaiyet R" userId="e8ad5586-1a97-4cc6-b00e-366d5f4cf40f" providerId="ADAL" clId="{9D953F25-EF3B-4DF3-9AC1-0269710ED864}" dt="2026-05-07T15:18:15.140" v="141" actId="1037"/>
          <ac:picMkLst>
            <pc:docMk/>
            <pc:sldMk cId="2134881497" sldId="257"/>
            <ac:picMk id="37" creationId="{C087115B-C0AB-7078-F30F-47FEB5E722D1}"/>
          </ac:picMkLst>
        </pc:picChg>
      </pc:sldChg>
      <pc:sldChg chg="addSp delSp modSp mod ord modAnim">
        <pc:chgData name="Nowmi, Saeefa Rubaiyet R" userId="e8ad5586-1a97-4cc6-b00e-366d5f4cf40f" providerId="ADAL" clId="{9D953F25-EF3B-4DF3-9AC1-0269710ED864}" dt="2026-05-09T19:53:43.404" v="5501" actId="21"/>
        <pc:sldMkLst>
          <pc:docMk/>
          <pc:sldMk cId="665559220" sldId="270"/>
        </pc:sldMkLst>
        <pc:spChg chg="mod">
          <ac:chgData name="Nowmi, Saeefa Rubaiyet R" userId="e8ad5586-1a97-4cc6-b00e-366d5f4cf40f" providerId="ADAL" clId="{9D953F25-EF3B-4DF3-9AC1-0269710ED864}" dt="2026-05-07T16:16:33.689" v="1942" actId="20577"/>
          <ac:spMkLst>
            <pc:docMk/>
            <pc:sldMk cId="665559220" sldId="270"/>
            <ac:spMk id="9" creationId="{BDD6EA8F-785A-2551-AA02-BAD10D92EF72}"/>
          </ac:spMkLst>
        </pc:spChg>
        <pc:spChg chg="mod">
          <ac:chgData name="Nowmi, Saeefa Rubaiyet R" userId="e8ad5586-1a97-4cc6-b00e-366d5f4cf40f" providerId="ADAL" clId="{9D953F25-EF3B-4DF3-9AC1-0269710ED864}" dt="2026-05-07T16:08:46.246" v="1778" actId="1076"/>
          <ac:spMkLst>
            <pc:docMk/>
            <pc:sldMk cId="665559220" sldId="270"/>
            <ac:spMk id="24" creationId="{5D83D983-92FC-09E1-D9F3-FC23E0E9216C}"/>
          </ac:spMkLst>
        </pc:spChg>
        <pc:spChg chg="mod">
          <ac:chgData name="Nowmi, Saeefa Rubaiyet R" userId="e8ad5586-1a97-4cc6-b00e-366d5f4cf40f" providerId="ADAL" clId="{9D953F25-EF3B-4DF3-9AC1-0269710ED864}" dt="2026-05-07T16:17:11.111" v="1947" actId="20577"/>
          <ac:spMkLst>
            <pc:docMk/>
            <pc:sldMk cId="665559220" sldId="270"/>
            <ac:spMk id="27" creationId="{392022A5-EE38-47FB-DF35-B254E4F3636D}"/>
          </ac:spMkLst>
        </pc:spChg>
        <pc:spChg chg="mod">
          <ac:chgData name="Nowmi, Saeefa Rubaiyet R" userId="e8ad5586-1a97-4cc6-b00e-366d5f4cf40f" providerId="ADAL" clId="{9D953F25-EF3B-4DF3-9AC1-0269710ED864}" dt="2026-05-07T16:14:33.036" v="1897" actId="20577"/>
          <ac:spMkLst>
            <pc:docMk/>
            <pc:sldMk cId="665559220" sldId="270"/>
            <ac:spMk id="32" creationId="{EED96296-FBD5-38B5-01F7-B079EB051176}"/>
          </ac:spMkLst>
        </pc:spChg>
        <pc:spChg chg="mod">
          <ac:chgData name="Nowmi, Saeefa Rubaiyet R" userId="e8ad5586-1a97-4cc6-b00e-366d5f4cf40f" providerId="ADAL" clId="{9D953F25-EF3B-4DF3-9AC1-0269710ED864}" dt="2026-05-07T16:11:47.655" v="1851" actId="1037"/>
          <ac:spMkLst>
            <pc:docMk/>
            <pc:sldMk cId="665559220" sldId="270"/>
            <ac:spMk id="36" creationId="{CD48C2E2-8314-4C00-6E13-FADE3FF91C96}"/>
          </ac:spMkLst>
        </pc:spChg>
        <pc:spChg chg="mod">
          <ac:chgData name="Nowmi, Saeefa Rubaiyet R" userId="e8ad5586-1a97-4cc6-b00e-366d5f4cf40f" providerId="ADAL" clId="{9D953F25-EF3B-4DF3-9AC1-0269710ED864}" dt="2026-05-07T16:11:47.655" v="1851" actId="1037"/>
          <ac:spMkLst>
            <pc:docMk/>
            <pc:sldMk cId="665559220" sldId="270"/>
            <ac:spMk id="41" creationId="{2F6773DC-B0AB-3A6E-1D53-B4C90F2DB40C}"/>
          </ac:spMkLst>
        </pc:spChg>
        <pc:spChg chg="mod">
          <ac:chgData name="Nowmi, Saeefa Rubaiyet R" userId="e8ad5586-1a97-4cc6-b00e-366d5f4cf40f" providerId="ADAL" clId="{9D953F25-EF3B-4DF3-9AC1-0269710ED864}" dt="2026-05-07T16:11:47.655" v="1851" actId="1037"/>
          <ac:spMkLst>
            <pc:docMk/>
            <pc:sldMk cId="665559220" sldId="270"/>
            <ac:spMk id="54" creationId="{66160B6A-7FED-7101-E310-3466B474BDBB}"/>
          </ac:spMkLst>
        </pc:spChg>
        <pc:spChg chg="mod">
          <ac:chgData name="Nowmi, Saeefa Rubaiyet R" userId="e8ad5586-1a97-4cc6-b00e-366d5f4cf40f" providerId="ADAL" clId="{9D953F25-EF3B-4DF3-9AC1-0269710ED864}" dt="2026-05-07T16:12:54.752" v="1859" actId="1076"/>
          <ac:spMkLst>
            <pc:docMk/>
            <pc:sldMk cId="665559220" sldId="270"/>
            <ac:spMk id="55" creationId="{4F453EFD-C44A-A769-7325-997974E1692D}"/>
          </ac:spMkLst>
        </pc:spChg>
        <pc:spChg chg="mod">
          <ac:chgData name="Nowmi, Saeefa Rubaiyet R" userId="e8ad5586-1a97-4cc6-b00e-366d5f4cf40f" providerId="ADAL" clId="{9D953F25-EF3B-4DF3-9AC1-0269710ED864}" dt="2026-05-07T16:11:47.655" v="1851" actId="1037"/>
          <ac:spMkLst>
            <pc:docMk/>
            <pc:sldMk cId="665559220" sldId="270"/>
            <ac:spMk id="63" creationId="{5399836B-FC5D-FC4A-53BD-046A6AB8C3F4}"/>
          </ac:spMkLst>
        </pc:spChg>
        <pc:spChg chg="mod">
          <ac:chgData name="Nowmi, Saeefa Rubaiyet R" userId="e8ad5586-1a97-4cc6-b00e-366d5f4cf40f" providerId="ADAL" clId="{9D953F25-EF3B-4DF3-9AC1-0269710ED864}" dt="2026-05-07T16:11:47.655" v="1851" actId="1037"/>
          <ac:spMkLst>
            <pc:docMk/>
            <pc:sldMk cId="665559220" sldId="270"/>
            <ac:spMk id="64" creationId="{49173BD7-BF0C-0F3C-D5FC-57C3201F4BA1}"/>
          </ac:spMkLst>
        </pc:spChg>
        <pc:spChg chg="mod">
          <ac:chgData name="Nowmi, Saeefa Rubaiyet R" userId="e8ad5586-1a97-4cc6-b00e-366d5f4cf40f" providerId="ADAL" clId="{9D953F25-EF3B-4DF3-9AC1-0269710ED864}" dt="2026-05-07T16:11:47.655" v="1851" actId="1037"/>
          <ac:spMkLst>
            <pc:docMk/>
            <pc:sldMk cId="665559220" sldId="270"/>
            <ac:spMk id="65" creationId="{128EB953-B9BE-2233-6597-2D47EE8A5AFB}"/>
          </ac:spMkLst>
        </pc:spChg>
        <pc:spChg chg="mod">
          <ac:chgData name="Nowmi, Saeefa Rubaiyet R" userId="e8ad5586-1a97-4cc6-b00e-366d5f4cf40f" providerId="ADAL" clId="{9D953F25-EF3B-4DF3-9AC1-0269710ED864}" dt="2026-05-07T16:11:47.655" v="1851" actId="1037"/>
          <ac:spMkLst>
            <pc:docMk/>
            <pc:sldMk cId="665559220" sldId="270"/>
            <ac:spMk id="66" creationId="{D7A3450F-4262-7923-AD54-16C61DF538C8}"/>
          </ac:spMkLst>
        </pc:spChg>
        <pc:spChg chg="mod">
          <ac:chgData name="Nowmi, Saeefa Rubaiyet R" userId="e8ad5586-1a97-4cc6-b00e-366d5f4cf40f" providerId="ADAL" clId="{9D953F25-EF3B-4DF3-9AC1-0269710ED864}" dt="2026-05-07T16:11:47.655" v="1851" actId="1037"/>
          <ac:spMkLst>
            <pc:docMk/>
            <pc:sldMk cId="665559220" sldId="270"/>
            <ac:spMk id="67" creationId="{E9111503-B21C-478F-C7C1-B4799B211700}"/>
          </ac:spMkLst>
        </pc:spChg>
        <pc:spChg chg="add mod">
          <ac:chgData name="Nowmi, Saeefa Rubaiyet R" userId="e8ad5586-1a97-4cc6-b00e-366d5f4cf40f" providerId="ADAL" clId="{9D953F25-EF3B-4DF3-9AC1-0269710ED864}" dt="2026-05-07T16:10:12.332" v="1791" actId="20577"/>
          <ac:spMkLst>
            <pc:docMk/>
            <pc:sldMk cId="665559220" sldId="270"/>
            <ac:spMk id="80" creationId="{2E34732E-E25E-104D-BEFB-0639F0F88095}"/>
          </ac:spMkLst>
        </pc:spChg>
        <pc:spChg chg="add mod">
          <ac:chgData name="Nowmi, Saeefa Rubaiyet R" userId="e8ad5586-1a97-4cc6-b00e-366d5f4cf40f" providerId="ADAL" clId="{9D953F25-EF3B-4DF3-9AC1-0269710ED864}" dt="2026-05-07T16:12:11.911" v="1853" actId="1076"/>
          <ac:spMkLst>
            <pc:docMk/>
            <pc:sldMk cId="665559220" sldId="270"/>
            <ac:spMk id="81" creationId="{F34EB636-F933-ECED-A861-C8B99BD113B4}"/>
          </ac:spMkLst>
        </pc:spChg>
        <pc:spChg chg="add mod">
          <ac:chgData name="Nowmi, Saeefa Rubaiyet R" userId="e8ad5586-1a97-4cc6-b00e-366d5f4cf40f" providerId="ADAL" clId="{9D953F25-EF3B-4DF3-9AC1-0269710ED864}" dt="2026-05-07T16:14:49.477" v="1902" actId="20577"/>
          <ac:spMkLst>
            <pc:docMk/>
            <pc:sldMk cId="665559220" sldId="270"/>
            <ac:spMk id="82" creationId="{3D4DB70B-8E4C-2663-3AEB-CDD490D9094C}"/>
          </ac:spMkLst>
        </pc:spChg>
        <pc:spChg chg="add mod">
          <ac:chgData name="Nowmi, Saeefa Rubaiyet R" userId="e8ad5586-1a97-4cc6-b00e-366d5f4cf40f" providerId="ADAL" clId="{9D953F25-EF3B-4DF3-9AC1-0269710ED864}" dt="2026-05-07T16:14:42.210" v="1900" actId="1076"/>
          <ac:spMkLst>
            <pc:docMk/>
            <pc:sldMk cId="665559220" sldId="270"/>
            <ac:spMk id="83" creationId="{82A5BF89-4CE9-8057-C93C-7F3D23654F93}"/>
          </ac:spMkLst>
        </pc:spChg>
        <pc:spChg chg="add mod">
          <ac:chgData name="Nowmi, Saeefa Rubaiyet R" userId="e8ad5586-1a97-4cc6-b00e-366d5f4cf40f" providerId="ADAL" clId="{9D953F25-EF3B-4DF3-9AC1-0269710ED864}" dt="2026-05-07T16:13:13.120" v="1868" actId="20577"/>
          <ac:spMkLst>
            <pc:docMk/>
            <pc:sldMk cId="665559220" sldId="270"/>
            <ac:spMk id="84" creationId="{F0D83FE2-9FBA-9507-486E-BB41AB827521}"/>
          </ac:spMkLst>
        </pc:spChg>
        <pc:spChg chg="add mod">
          <ac:chgData name="Nowmi, Saeefa Rubaiyet R" userId="e8ad5586-1a97-4cc6-b00e-366d5f4cf40f" providerId="ADAL" clId="{9D953F25-EF3B-4DF3-9AC1-0269710ED864}" dt="2026-05-07T16:13:36.959" v="1875" actId="14100"/>
          <ac:spMkLst>
            <pc:docMk/>
            <pc:sldMk cId="665559220" sldId="270"/>
            <ac:spMk id="85" creationId="{8CEC46CD-D6C2-3F00-0669-8F439C5759B6}"/>
          </ac:spMkLst>
        </pc:spChg>
        <pc:spChg chg="add mod">
          <ac:chgData name="Nowmi, Saeefa Rubaiyet R" userId="e8ad5586-1a97-4cc6-b00e-366d5f4cf40f" providerId="ADAL" clId="{9D953F25-EF3B-4DF3-9AC1-0269710ED864}" dt="2026-05-07T16:18:18.995" v="1952" actId="14100"/>
          <ac:spMkLst>
            <pc:docMk/>
            <pc:sldMk cId="665559220" sldId="270"/>
            <ac:spMk id="86" creationId="{7479E433-5240-8EE0-850C-070CBE2E437C}"/>
          </ac:spMkLst>
        </pc:spChg>
        <pc:cxnChg chg="mod">
          <ac:chgData name="Nowmi, Saeefa Rubaiyet R" userId="e8ad5586-1a97-4cc6-b00e-366d5f4cf40f" providerId="ADAL" clId="{9D953F25-EF3B-4DF3-9AC1-0269710ED864}" dt="2026-05-09T19:45:40.927" v="5343" actId="14100"/>
          <ac:cxnSpMkLst>
            <pc:docMk/>
            <pc:sldMk cId="665559220" sldId="270"/>
            <ac:cxnSpMk id="68" creationId="{22DF8C8F-C820-CF37-7BE0-53BC2E6A100B}"/>
          </ac:cxnSpMkLst>
        </pc:cxnChg>
        <pc:cxnChg chg="mod">
          <ac:chgData name="Nowmi, Saeefa Rubaiyet R" userId="e8ad5586-1a97-4cc6-b00e-366d5f4cf40f" providerId="ADAL" clId="{9D953F25-EF3B-4DF3-9AC1-0269710ED864}" dt="2026-05-07T15:47:39.889" v="906" actId="14100"/>
          <ac:cxnSpMkLst>
            <pc:docMk/>
            <pc:sldMk cId="665559220" sldId="270"/>
            <ac:cxnSpMk id="70" creationId="{D0FEFF7A-0D35-5137-CDCC-7656F83A6DFF}"/>
          </ac:cxnSpMkLst>
        </pc:cxnChg>
      </pc:sldChg>
      <pc:sldChg chg="addSp delSp modSp mod ord setBg modAnim">
        <pc:chgData name="Nowmi, Saeefa Rubaiyet R" userId="e8ad5586-1a97-4cc6-b00e-366d5f4cf40f" providerId="ADAL" clId="{9D953F25-EF3B-4DF3-9AC1-0269710ED864}" dt="2026-05-09T21:04:13.799" v="5643" actId="1076"/>
        <pc:sldMkLst>
          <pc:docMk/>
          <pc:sldMk cId="1742766860" sldId="278"/>
        </pc:sldMkLst>
        <pc:spChg chg="mod">
          <ac:chgData name="Nowmi, Saeefa Rubaiyet R" userId="e8ad5586-1a97-4cc6-b00e-366d5f4cf40f" providerId="ADAL" clId="{9D953F25-EF3B-4DF3-9AC1-0269710ED864}" dt="2026-05-09T20:58:52.233" v="5572" actId="1076"/>
          <ac:spMkLst>
            <pc:docMk/>
            <pc:sldMk cId="1742766860" sldId="278"/>
            <ac:spMk id="7" creationId="{46FC42A5-08AF-F044-D741-D24605C45305}"/>
          </ac:spMkLst>
        </pc:spChg>
        <pc:spChg chg="add mod">
          <ac:chgData name="Nowmi, Saeefa Rubaiyet R" userId="e8ad5586-1a97-4cc6-b00e-366d5f4cf40f" providerId="ADAL" clId="{9D953F25-EF3B-4DF3-9AC1-0269710ED864}" dt="2026-05-09T21:02:01.786" v="5631" actId="2085"/>
          <ac:spMkLst>
            <pc:docMk/>
            <pc:sldMk cId="1742766860" sldId="278"/>
            <ac:spMk id="18" creationId="{4B8004C8-0CEC-57BA-A80F-B8E8D74968C0}"/>
          </ac:spMkLst>
        </pc:spChg>
        <pc:spChg chg="mod topLvl">
          <ac:chgData name="Nowmi, Saeefa Rubaiyet R" userId="e8ad5586-1a97-4cc6-b00e-366d5f4cf40f" providerId="ADAL" clId="{9D953F25-EF3B-4DF3-9AC1-0269710ED864}" dt="2026-05-09T20:55:53.881" v="5543" actId="165"/>
          <ac:spMkLst>
            <pc:docMk/>
            <pc:sldMk cId="1742766860" sldId="278"/>
            <ac:spMk id="28" creationId="{C23A7C29-45F0-54F7-D5FF-323993143A47}"/>
          </ac:spMkLst>
        </pc:spChg>
        <pc:picChg chg="add mod">
          <ac:chgData name="Nowmi, Saeefa Rubaiyet R" userId="e8ad5586-1a97-4cc6-b00e-366d5f4cf40f" providerId="ADAL" clId="{9D953F25-EF3B-4DF3-9AC1-0269710ED864}" dt="2026-05-09T20:59:11.001" v="5575" actId="1076"/>
          <ac:picMkLst>
            <pc:docMk/>
            <pc:sldMk cId="1742766860" sldId="278"/>
            <ac:picMk id="4" creationId="{4D2F0D76-655A-9CA3-2550-5CBB9BAE4438}"/>
          </ac:picMkLst>
        </pc:picChg>
        <pc:picChg chg="add mod modCrop">
          <ac:chgData name="Nowmi, Saeefa Rubaiyet R" userId="e8ad5586-1a97-4cc6-b00e-366d5f4cf40f" providerId="ADAL" clId="{9D953F25-EF3B-4DF3-9AC1-0269710ED864}" dt="2026-05-09T21:04:13.799" v="5643" actId="1076"/>
          <ac:picMkLst>
            <pc:docMk/>
            <pc:sldMk cId="1742766860" sldId="278"/>
            <ac:picMk id="27" creationId="{007A99EA-863B-083D-AB6F-38D783966678}"/>
          </ac:picMkLst>
        </pc:picChg>
        <pc:cxnChg chg="add mod">
          <ac:chgData name="Nowmi, Saeefa Rubaiyet R" userId="e8ad5586-1a97-4cc6-b00e-366d5f4cf40f" providerId="ADAL" clId="{9D953F25-EF3B-4DF3-9AC1-0269710ED864}" dt="2026-05-09T21:01:17.290" v="5624" actId="14100"/>
          <ac:cxnSpMkLst>
            <pc:docMk/>
            <pc:sldMk cId="1742766860" sldId="278"/>
            <ac:cxnSpMk id="14" creationId="{1A98A626-3C2F-320E-7D7B-7860081C1D4B}"/>
          </ac:cxnSpMkLst>
        </pc:cxnChg>
      </pc:sldChg>
      <pc:sldChg chg="addSp modSp mod">
        <pc:chgData name="Nowmi, Saeefa Rubaiyet R" userId="e8ad5586-1a97-4cc6-b00e-366d5f4cf40f" providerId="ADAL" clId="{9D953F25-EF3B-4DF3-9AC1-0269710ED864}" dt="2026-05-01T21:00:28.651" v="33" actId="20577"/>
        <pc:sldMkLst>
          <pc:docMk/>
          <pc:sldMk cId="151238273" sldId="285"/>
        </pc:sldMkLst>
      </pc:sldChg>
      <pc:sldChg chg="addSp delSp modSp add mod addAnim delAnim modAnim">
        <pc:chgData name="Nowmi, Saeefa Rubaiyet R" userId="e8ad5586-1a97-4cc6-b00e-366d5f4cf40f" providerId="ADAL" clId="{9D953F25-EF3B-4DF3-9AC1-0269710ED864}" dt="2026-05-15T21:17:32.580" v="5656" actId="21"/>
        <pc:sldMkLst>
          <pc:docMk/>
          <pc:sldMk cId="2542713837" sldId="287"/>
        </pc:sldMkLst>
        <pc:spChg chg="add mod">
          <ac:chgData name="Nowmi, Saeefa Rubaiyet R" userId="e8ad5586-1a97-4cc6-b00e-366d5f4cf40f" providerId="ADAL" clId="{9D953F25-EF3B-4DF3-9AC1-0269710ED864}" dt="2026-05-09T18:02:30.516" v="4627" actId="1076"/>
          <ac:spMkLst>
            <pc:docMk/>
            <pc:sldMk cId="2542713837" sldId="287"/>
            <ac:spMk id="4" creationId="{83DE3989-EE8B-D020-2FBE-CA8A743B2E01}"/>
          </ac:spMkLst>
        </pc:spChg>
        <pc:spChg chg="add mod">
          <ac:chgData name="Nowmi, Saeefa Rubaiyet R" userId="e8ad5586-1a97-4cc6-b00e-366d5f4cf40f" providerId="ADAL" clId="{9D953F25-EF3B-4DF3-9AC1-0269710ED864}" dt="2026-05-09T17:42:32.134" v="4477" actId="1035"/>
          <ac:spMkLst>
            <pc:docMk/>
            <pc:sldMk cId="2542713837" sldId="287"/>
            <ac:spMk id="5" creationId="{62ECED84-17FE-06C6-9FD2-62807B137BE0}"/>
          </ac:spMkLst>
        </pc:spChg>
        <pc:spChg chg="add mod">
          <ac:chgData name="Nowmi, Saeefa Rubaiyet R" userId="e8ad5586-1a97-4cc6-b00e-366d5f4cf40f" providerId="ADAL" clId="{9D953F25-EF3B-4DF3-9AC1-0269710ED864}" dt="2026-05-09T17:42:32.134" v="4477" actId="1035"/>
          <ac:spMkLst>
            <pc:docMk/>
            <pc:sldMk cId="2542713837" sldId="287"/>
            <ac:spMk id="6" creationId="{A238EEE0-8FD1-0B47-0C0E-28C336421966}"/>
          </ac:spMkLst>
        </pc:spChg>
        <pc:spChg chg="add mod">
          <ac:chgData name="Nowmi, Saeefa Rubaiyet R" userId="e8ad5586-1a97-4cc6-b00e-366d5f4cf40f" providerId="ADAL" clId="{9D953F25-EF3B-4DF3-9AC1-0269710ED864}" dt="2026-05-09T18:25:00.482" v="4793" actId="1076"/>
          <ac:spMkLst>
            <pc:docMk/>
            <pc:sldMk cId="2542713837" sldId="287"/>
            <ac:spMk id="7" creationId="{A5A5A7E8-C571-09FD-C8CE-5BABA52192C7}"/>
          </ac:spMkLst>
        </pc:spChg>
        <pc:spChg chg="add mod topLvl">
          <ac:chgData name="Nowmi, Saeefa Rubaiyet R" userId="e8ad5586-1a97-4cc6-b00e-366d5f4cf40f" providerId="ADAL" clId="{9D953F25-EF3B-4DF3-9AC1-0269710ED864}" dt="2026-05-09T18:40:22.620" v="4880" actId="1076"/>
          <ac:spMkLst>
            <pc:docMk/>
            <pc:sldMk cId="2542713837" sldId="287"/>
            <ac:spMk id="8" creationId="{BEB2EF1D-E034-8467-56DE-45DD2C3E147B}"/>
          </ac:spMkLst>
        </pc:spChg>
        <pc:spChg chg="add mod">
          <ac:chgData name="Nowmi, Saeefa Rubaiyet R" userId="e8ad5586-1a97-4cc6-b00e-366d5f4cf40f" providerId="ADAL" clId="{9D953F25-EF3B-4DF3-9AC1-0269710ED864}" dt="2026-05-09T17:42:32.134" v="4477" actId="1035"/>
          <ac:spMkLst>
            <pc:docMk/>
            <pc:sldMk cId="2542713837" sldId="287"/>
            <ac:spMk id="10" creationId="{88737E2E-0324-8DCA-3820-7139F7DE9F3D}"/>
          </ac:spMkLst>
        </pc:spChg>
        <pc:spChg chg="add mod">
          <ac:chgData name="Nowmi, Saeefa Rubaiyet R" userId="e8ad5586-1a97-4cc6-b00e-366d5f4cf40f" providerId="ADAL" clId="{9D953F25-EF3B-4DF3-9AC1-0269710ED864}" dt="2026-05-09T17:42:32.134" v="4477" actId="1035"/>
          <ac:spMkLst>
            <pc:docMk/>
            <pc:sldMk cId="2542713837" sldId="287"/>
            <ac:spMk id="11" creationId="{8BCBC235-A128-6E7B-7AE0-3EEE336098F6}"/>
          </ac:spMkLst>
        </pc:spChg>
        <pc:spChg chg="add mod ord">
          <ac:chgData name="Nowmi, Saeefa Rubaiyet R" userId="e8ad5586-1a97-4cc6-b00e-366d5f4cf40f" providerId="ADAL" clId="{9D953F25-EF3B-4DF3-9AC1-0269710ED864}" dt="2026-05-09T18:11:13.627" v="4683" actId="164"/>
          <ac:spMkLst>
            <pc:docMk/>
            <pc:sldMk cId="2542713837" sldId="287"/>
            <ac:spMk id="64" creationId="{76BB82E2-7B66-A626-6051-248783BAEC19}"/>
          </ac:spMkLst>
        </pc:spChg>
        <pc:spChg chg="add mod">
          <ac:chgData name="Nowmi, Saeefa Rubaiyet R" userId="e8ad5586-1a97-4cc6-b00e-366d5f4cf40f" providerId="ADAL" clId="{9D953F25-EF3B-4DF3-9AC1-0269710ED864}" dt="2026-05-09T19:48:05.723" v="5375" actId="1076"/>
          <ac:spMkLst>
            <pc:docMk/>
            <pc:sldMk cId="2542713837" sldId="287"/>
            <ac:spMk id="73" creationId="{83EA33AA-D40F-71E6-5688-63A361B5A8F5}"/>
          </ac:spMkLst>
        </pc:spChg>
        <pc:spChg chg="add mod">
          <ac:chgData name="Nowmi, Saeefa Rubaiyet R" userId="e8ad5586-1a97-4cc6-b00e-366d5f4cf40f" providerId="ADAL" clId="{9D953F25-EF3B-4DF3-9AC1-0269710ED864}" dt="2026-05-09T18:10:30.498" v="4681" actId="165"/>
          <ac:spMkLst>
            <pc:docMk/>
            <pc:sldMk cId="2542713837" sldId="287"/>
            <ac:spMk id="84" creationId="{58475F60-E2A8-B54B-66CD-A066A79D38A6}"/>
          </ac:spMkLst>
        </pc:spChg>
        <pc:spChg chg="add mod">
          <ac:chgData name="Nowmi, Saeefa Rubaiyet R" userId="e8ad5586-1a97-4cc6-b00e-366d5f4cf40f" providerId="ADAL" clId="{9D953F25-EF3B-4DF3-9AC1-0269710ED864}" dt="2026-05-09T18:07:36.621" v="4668" actId="164"/>
          <ac:spMkLst>
            <pc:docMk/>
            <pc:sldMk cId="2542713837" sldId="287"/>
            <ac:spMk id="87" creationId="{4B1B3EB1-44B9-4081-57F5-8BDFED5A1B79}"/>
          </ac:spMkLst>
        </pc:spChg>
        <pc:spChg chg="add mod">
          <ac:chgData name="Nowmi, Saeefa Rubaiyet R" userId="e8ad5586-1a97-4cc6-b00e-366d5f4cf40f" providerId="ADAL" clId="{9D953F25-EF3B-4DF3-9AC1-0269710ED864}" dt="2026-05-09T18:07:36.621" v="4668" actId="164"/>
          <ac:spMkLst>
            <pc:docMk/>
            <pc:sldMk cId="2542713837" sldId="287"/>
            <ac:spMk id="89" creationId="{9D3462B7-048D-765B-6C15-C682F55F6485}"/>
          </ac:spMkLst>
        </pc:spChg>
        <pc:spChg chg="add mod">
          <ac:chgData name="Nowmi, Saeefa Rubaiyet R" userId="e8ad5586-1a97-4cc6-b00e-366d5f4cf40f" providerId="ADAL" clId="{9D953F25-EF3B-4DF3-9AC1-0269710ED864}" dt="2026-05-09T18:07:36.621" v="4668" actId="164"/>
          <ac:spMkLst>
            <pc:docMk/>
            <pc:sldMk cId="2542713837" sldId="287"/>
            <ac:spMk id="90" creationId="{CA42FB69-3CA9-A2EB-302A-D3D5755767FE}"/>
          </ac:spMkLst>
        </pc:spChg>
        <pc:spChg chg="add mod">
          <ac:chgData name="Nowmi, Saeefa Rubaiyet R" userId="e8ad5586-1a97-4cc6-b00e-366d5f4cf40f" providerId="ADAL" clId="{9D953F25-EF3B-4DF3-9AC1-0269710ED864}" dt="2026-05-09T18:07:36.621" v="4668" actId="164"/>
          <ac:spMkLst>
            <pc:docMk/>
            <pc:sldMk cId="2542713837" sldId="287"/>
            <ac:spMk id="91" creationId="{C85532A1-DBC8-AD68-D64B-960AF544933A}"/>
          </ac:spMkLst>
        </pc:spChg>
        <pc:spChg chg="add mod">
          <ac:chgData name="Nowmi, Saeefa Rubaiyet R" userId="e8ad5586-1a97-4cc6-b00e-366d5f4cf40f" providerId="ADAL" clId="{9D953F25-EF3B-4DF3-9AC1-0269710ED864}" dt="2026-05-09T19:47:36.939" v="5372" actId="1076"/>
          <ac:spMkLst>
            <pc:docMk/>
            <pc:sldMk cId="2542713837" sldId="287"/>
            <ac:spMk id="95" creationId="{CB26A9F5-EC38-EB66-E892-3DCFBF831C09}"/>
          </ac:spMkLst>
        </pc:spChg>
        <pc:spChg chg="add mod">
          <ac:chgData name="Nowmi, Saeefa Rubaiyet R" userId="e8ad5586-1a97-4cc6-b00e-366d5f4cf40f" providerId="ADAL" clId="{9D953F25-EF3B-4DF3-9AC1-0269710ED864}" dt="2026-05-09T19:48:49.647" v="5380" actId="1076"/>
          <ac:spMkLst>
            <pc:docMk/>
            <pc:sldMk cId="2542713837" sldId="287"/>
            <ac:spMk id="141" creationId="{364F3E94-410E-135C-A33C-94956E694B8E}"/>
          </ac:spMkLst>
        </pc:spChg>
        <pc:spChg chg="add mod">
          <ac:chgData name="Nowmi, Saeefa Rubaiyet R" userId="e8ad5586-1a97-4cc6-b00e-366d5f4cf40f" providerId="ADAL" clId="{9D953F25-EF3B-4DF3-9AC1-0269710ED864}" dt="2026-05-08T23:31:22.919" v="3073" actId="164"/>
          <ac:spMkLst>
            <pc:docMk/>
            <pc:sldMk cId="2542713837" sldId="287"/>
            <ac:spMk id="154" creationId="{B70EDEB2-38D1-697E-C920-9C8723CA9444}"/>
          </ac:spMkLst>
        </pc:spChg>
        <pc:spChg chg="add mod">
          <ac:chgData name="Nowmi, Saeefa Rubaiyet R" userId="e8ad5586-1a97-4cc6-b00e-366d5f4cf40f" providerId="ADAL" clId="{9D953F25-EF3B-4DF3-9AC1-0269710ED864}" dt="2026-05-08T23:32:15.315" v="3113" actId="208"/>
          <ac:spMkLst>
            <pc:docMk/>
            <pc:sldMk cId="2542713837" sldId="287"/>
            <ac:spMk id="155" creationId="{5DBF70DE-9903-D7DB-1F4A-7B6C34CED938}"/>
          </ac:spMkLst>
        </pc:spChg>
        <pc:spChg chg="add mod">
          <ac:chgData name="Nowmi, Saeefa Rubaiyet R" userId="e8ad5586-1a97-4cc6-b00e-366d5f4cf40f" providerId="ADAL" clId="{9D953F25-EF3B-4DF3-9AC1-0269710ED864}" dt="2026-05-08T23:32:20.271" v="3114" actId="208"/>
          <ac:spMkLst>
            <pc:docMk/>
            <pc:sldMk cId="2542713837" sldId="287"/>
            <ac:spMk id="156" creationId="{1221FD3A-531F-018F-25F4-6E826BE044CD}"/>
          </ac:spMkLst>
        </pc:spChg>
        <pc:spChg chg="add del mod">
          <ac:chgData name="Nowmi, Saeefa Rubaiyet R" userId="e8ad5586-1a97-4cc6-b00e-366d5f4cf40f" providerId="ADAL" clId="{9D953F25-EF3B-4DF3-9AC1-0269710ED864}" dt="2026-05-15T21:17:32.580" v="5656" actId="21"/>
          <ac:spMkLst>
            <pc:docMk/>
            <pc:sldMk cId="2542713837" sldId="287"/>
            <ac:spMk id="171" creationId="{350E35D5-AD1D-0AA4-2FD3-8DE2351D7777}"/>
          </ac:spMkLst>
        </pc:spChg>
        <pc:spChg chg="add mod">
          <ac:chgData name="Nowmi, Saeefa Rubaiyet R" userId="e8ad5586-1a97-4cc6-b00e-366d5f4cf40f" providerId="ADAL" clId="{9D953F25-EF3B-4DF3-9AC1-0269710ED864}" dt="2026-05-09T00:51:01.520" v="3477" actId="255"/>
          <ac:spMkLst>
            <pc:docMk/>
            <pc:sldMk cId="2542713837" sldId="287"/>
            <ac:spMk id="173" creationId="{47282C73-9D7D-D14A-28E2-C8300B064BA5}"/>
          </ac:spMkLst>
        </pc:spChg>
        <pc:spChg chg="add mod">
          <ac:chgData name="Nowmi, Saeefa Rubaiyet R" userId="e8ad5586-1a97-4cc6-b00e-366d5f4cf40f" providerId="ADAL" clId="{9D953F25-EF3B-4DF3-9AC1-0269710ED864}" dt="2026-05-09T17:49:07.696" v="4536" actId="255"/>
          <ac:spMkLst>
            <pc:docMk/>
            <pc:sldMk cId="2542713837" sldId="287"/>
            <ac:spMk id="198" creationId="{417C31BA-FB5E-7309-1F2F-79FD95C4DC25}"/>
          </ac:spMkLst>
        </pc:spChg>
        <pc:spChg chg="add mod">
          <ac:chgData name="Nowmi, Saeefa Rubaiyet R" userId="e8ad5586-1a97-4cc6-b00e-366d5f4cf40f" providerId="ADAL" clId="{9D953F25-EF3B-4DF3-9AC1-0269710ED864}" dt="2026-05-09T17:49:23.998" v="4537" actId="255"/>
          <ac:spMkLst>
            <pc:docMk/>
            <pc:sldMk cId="2542713837" sldId="287"/>
            <ac:spMk id="199" creationId="{1A76375F-8C70-3B27-FBD6-0C1707A80A0D}"/>
          </ac:spMkLst>
        </pc:spChg>
        <pc:spChg chg="add mod">
          <ac:chgData name="Nowmi, Saeefa Rubaiyet R" userId="e8ad5586-1a97-4cc6-b00e-366d5f4cf40f" providerId="ADAL" clId="{9D953F25-EF3B-4DF3-9AC1-0269710ED864}" dt="2026-05-09T17:50:14.932" v="4539" actId="255"/>
          <ac:spMkLst>
            <pc:docMk/>
            <pc:sldMk cId="2542713837" sldId="287"/>
            <ac:spMk id="200" creationId="{5F2897A5-0614-F941-E7FC-68DBD08FF5B4}"/>
          </ac:spMkLst>
        </pc:spChg>
        <pc:spChg chg="add mod">
          <ac:chgData name="Nowmi, Saeefa Rubaiyet R" userId="e8ad5586-1a97-4cc6-b00e-366d5f4cf40f" providerId="ADAL" clId="{9D953F25-EF3B-4DF3-9AC1-0269710ED864}" dt="2026-05-09T19:48:17.822" v="5378" actId="1076"/>
          <ac:spMkLst>
            <pc:docMk/>
            <pc:sldMk cId="2542713837" sldId="287"/>
            <ac:spMk id="201" creationId="{6B2C5853-286B-1ECC-C228-F15C66A0CDED}"/>
          </ac:spMkLst>
        </pc:spChg>
        <pc:spChg chg="add mod">
          <ac:chgData name="Nowmi, Saeefa Rubaiyet R" userId="e8ad5586-1a97-4cc6-b00e-366d5f4cf40f" providerId="ADAL" clId="{9D953F25-EF3B-4DF3-9AC1-0269710ED864}" dt="2026-05-09T18:08:48.574" v="4673" actId="164"/>
          <ac:spMkLst>
            <pc:docMk/>
            <pc:sldMk cId="2542713837" sldId="287"/>
            <ac:spMk id="207" creationId="{93D21105-31B2-2DF6-C801-A05D965FDEAD}"/>
          </ac:spMkLst>
        </pc:spChg>
        <pc:spChg chg="add mod">
          <ac:chgData name="Nowmi, Saeefa Rubaiyet R" userId="e8ad5586-1a97-4cc6-b00e-366d5f4cf40f" providerId="ADAL" clId="{9D953F25-EF3B-4DF3-9AC1-0269710ED864}" dt="2026-05-09T18:08:48.574" v="4673" actId="164"/>
          <ac:spMkLst>
            <pc:docMk/>
            <pc:sldMk cId="2542713837" sldId="287"/>
            <ac:spMk id="208" creationId="{7DE94B30-86C0-75DB-8823-0032185D734D}"/>
          </ac:spMkLst>
        </pc:spChg>
        <pc:spChg chg="add mod">
          <ac:chgData name="Nowmi, Saeefa Rubaiyet R" userId="e8ad5586-1a97-4cc6-b00e-366d5f4cf40f" providerId="ADAL" clId="{9D953F25-EF3B-4DF3-9AC1-0269710ED864}" dt="2026-05-09T18:09:09.255" v="4676" actId="164"/>
          <ac:spMkLst>
            <pc:docMk/>
            <pc:sldMk cId="2542713837" sldId="287"/>
            <ac:spMk id="210" creationId="{EBEBFB7B-9C39-B6E5-3A22-530272BB7099}"/>
          </ac:spMkLst>
        </pc:spChg>
        <pc:grpChg chg="add mod">
          <ac:chgData name="Nowmi, Saeefa Rubaiyet R" userId="e8ad5586-1a97-4cc6-b00e-366d5f4cf40f" providerId="ADAL" clId="{9D953F25-EF3B-4DF3-9AC1-0269710ED864}" dt="2026-05-09T17:26:25.560" v="4334" actId="164"/>
          <ac:grpSpMkLst>
            <pc:docMk/>
            <pc:sldMk cId="2542713837" sldId="287"/>
            <ac:grpSpMk id="43" creationId="{5B87BC84-562C-8156-A297-3761A9B6A8E9}"/>
          </ac:grpSpMkLst>
        </pc:grpChg>
        <pc:grpChg chg="add mod">
          <ac:chgData name="Nowmi, Saeefa Rubaiyet R" userId="e8ad5586-1a97-4cc6-b00e-366d5f4cf40f" providerId="ADAL" clId="{9D953F25-EF3B-4DF3-9AC1-0269710ED864}" dt="2026-05-09T17:26:31.384" v="4335" actId="164"/>
          <ac:grpSpMkLst>
            <pc:docMk/>
            <pc:sldMk cId="2542713837" sldId="287"/>
            <ac:grpSpMk id="44" creationId="{52EE9B58-1C32-7FB4-2B47-655D86F09704}"/>
          </ac:grpSpMkLst>
        </pc:grpChg>
        <pc:grpChg chg="add mod">
          <ac:chgData name="Nowmi, Saeefa Rubaiyet R" userId="e8ad5586-1a97-4cc6-b00e-366d5f4cf40f" providerId="ADAL" clId="{9D953F25-EF3B-4DF3-9AC1-0269710ED864}" dt="2026-05-09T17:26:41.405" v="4336" actId="164"/>
          <ac:grpSpMkLst>
            <pc:docMk/>
            <pc:sldMk cId="2542713837" sldId="287"/>
            <ac:grpSpMk id="45" creationId="{7F4C9E58-9E92-118E-E424-3041AE7592ED}"/>
          </ac:grpSpMkLst>
        </pc:grpChg>
        <pc:grpChg chg="add mod">
          <ac:chgData name="Nowmi, Saeefa Rubaiyet R" userId="e8ad5586-1a97-4cc6-b00e-366d5f4cf40f" providerId="ADAL" clId="{9D953F25-EF3B-4DF3-9AC1-0269710ED864}" dt="2026-05-09T18:24:16.223" v="4784" actId="1037"/>
          <ac:grpSpMkLst>
            <pc:docMk/>
            <pc:sldMk cId="2542713837" sldId="287"/>
            <ac:grpSpMk id="48" creationId="{1F9A0FC8-FD95-724B-C1D2-39937B9BC494}"/>
          </ac:grpSpMkLst>
        </pc:grpChg>
        <pc:grpChg chg="add mod">
          <ac:chgData name="Nowmi, Saeefa Rubaiyet R" userId="e8ad5586-1a97-4cc6-b00e-366d5f4cf40f" providerId="ADAL" clId="{9D953F25-EF3B-4DF3-9AC1-0269710ED864}" dt="2026-05-09T17:27:37.306" v="4340" actId="164"/>
          <ac:grpSpMkLst>
            <pc:docMk/>
            <pc:sldMk cId="2542713837" sldId="287"/>
            <ac:grpSpMk id="49" creationId="{747B0456-0313-D8CE-5AF0-65ACF1B9FE3E}"/>
          </ac:grpSpMkLst>
        </pc:grpChg>
        <pc:grpChg chg="add mod topLvl">
          <ac:chgData name="Nowmi, Saeefa Rubaiyet R" userId="e8ad5586-1a97-4cc6-b00e-366d5f4cf40f" providerId="ADAL" clId="{9D953F25-EF3B-4DF3-9AC1-0269710ED864}" dt="2026-05-09T17:27:37.306" v="4340" actId="164"/>
          <ac:grpSpMkLst>
            <pc:docMk/>
            <pc:sldMk cId="2542713837" sldId="287"/>
            <ac:grpSpMk id="77" creationId="{231822B9-65A6-FD30-AE4D-7C7E906FE474}"/>
          </ac:grpSpMkLst>
        </pc:grpChg>
        <pc:grpChg chg="add mod">
          <ac:chgData name="Nowmi, Saeefa Rubaiyet R" userId="e8ad5586-1a97-4cc6-b00e-366d5f4cf40f" providerId="ADAL" clId="{9D953F25-EF3B-4DF3-9AC1-0269710ED864}" dt="2026-05-09T18:07:36.621" v="4668" actId="164"/>
          <ac:grpSpMkLst>
            <pc:docMk/>
            <pc:sldMk cId="2542713837" sldId="287"/>
            <ac:grpSpMk id="96" creationId="{4A85B9B4-9862-B56E-7DD7-4C30A751DB1D}"/>
          </ac:grpSpMkLst>
        </pc:grpChg>
        <pc:grpChg chg="add mod">
          <ac:chgData name="Nowmi, Saeefa Rubaiyet R" userId="e8ad5586-1a97-4cc6-b00e-366d5f4cf40f" providerId="ADAL" clId="{9D953F25-EF3B-4DF3-9AC1-0269710ED864}" dt="2026-05-09T19:47:46.492" v="5373" actId="1076"/>
          <ac:grpSpMkLst>
            <pc:docMk/>
            <pc:sldMk cId="2542713837" sldId="287"/>
            <ac:grpSpMk id="97" creationId="{10550994-BC62-6D8D-5D2B-C5B2D4AECAC3}"/>
          </ac:grpSpMkLst>
        </pc:grpChg>
        <pc:grpChg chg="add mod">
          <ac:chgData name="Nowmi, Saeefa Rubaiyet R" userId="e8ad5586-1a97-4cc6-b00e-366d5f4cf40f" providerId="ADAL" clId="{9D953F25-EF3B-4DF3-9AC1-0269710ED864}" dt="2026-05-09T18:23:02.916" v="4772" actId="1076"/>
          <ac:grpSpMkLst>
            <pc:docMk/>
            <pc:sldMk cId="2542713837" sldId="287"/>
            <ac:grpSpMk id="100" creationId="{DED9AB68-91D3-70A2-6AFC-CC26AD905E18}"/>
          </ac:grpSpMkLst>
        </pc:grpChg>
        <pc:grpChg chg="add mod">
          <ac:chgData name="Nowmi, Saeefa Rubaiyet R" userId="e8ad5586-1a97-4cc6-b00e-366d5f4cf40f" providerId="ADAL" clId="{9D953F25-EF3B-4DF3-9AC1-0269710ED864}" dt="2026-05-09T17:26:41.405" v="4336" actId="164"/>
          <ac:grpSpMkLst>
            <pc:docMk/>
            <pc:sldMk cId="2542713837" sldId="287"/>
            <ac:grpSpMk id="114" creationId="{4129BDFC-32F3-50B6-199D-852BEA7D396A}"/>
          </ac:grpSpMkLst>
        </pc:grpChg>
        <pc:grpChg chg="add mod topLvl">
          <ac:chgData name="Nowmi, Saeefa Rubaiyet R" userId="e8ad5586-1a97-4cc6-b00e-366d5f4cf40f" providerId="ADAL" clId="{9D953F25-EF3B-4DF3-9AC1-0269710ED864}" dt="2026-05-09T18:11:13.627" v="4683" actId="164"/>
          <ac:grpSpMkLst>
            <pc:docMk/>
            <pc:sldMk cId="2542713837" sldId="287"/>
            <ac:grpSpMk id="116" creationId="{25997C66-8D6D-90DA-CD07-E9AD5A544DD4}"/>
          </ac:grpSpMkLst>
        </pc:grpChg>
        <pc:grpChg chg="add mod">
          <ac:chgData name="Nowmi, Saeefa Rubaiyet R" userId="e8ad5586-1a97-4cc6-b00e-366d5f4cf40f" providerId="ADAL" clId="{9D953F25-EF3B-4DF3-9AC1-0269710ED864}" dt="2026-05-09T17:27:37.306" v="4340" actId="164"/>
          <ac:grpSpMkLst>
            <pc:docMk/>
            <pc:sldMk cId="2542713837" sldId="287"/>
            <ac:grpSpMk id="117" creationId="{855F4268-8ABB-DEA6-5D94-F3F8246273DA}"/>
          </ac:grpSpMkLst>
        </pc:grpChg>
        <pc:grpChg chg="add mod">
          <ac:chgData name="Nowmi, Saeefa Rubaiyet R" userId="e8ad5586-1a97-4cc6-b00e-366d5f4cf40f" providerId="ADAL" clId="{9D953F25-EF3B-4DF3-9AC1-0269710ED864}" dt="2026-05-08T23:42:02.492" v="3185" actId="164"/>
          <ac:grpSpMkLst>
            <pc:docMk/>
            <pc:sldMk cId="2542713837" sldId="287"/>
            <ac:grpSpMk id="168" creationId="{2E827CB9-64CF-AABB-5F3C-D97886682587}"/>
          </ac:grpSpMkLst>
        </pc:grpChg>
        <pc:grpChg chg="add mod">
          <ac:chgData name="Nowmi, Saeefa Rubaiyet R" userId="e8ad5586-1a97-4cc6-b00e-366d5f4cf40f" providerId="ADAL" clId="{9D953F25-EF3B-4DF3-9AC1-0269710ED864}" dt="2026-05-08T23:42:10.255" v="3186" actId="164"/>
          <ac:grpSpMkLst>
            <pc:docMk/>
            <pc:sldMk cId="2542713837" sldId="287"/>
            <ac:grpSpMk id="202" creationId="{466D50E3-CDE7-5A29-7BAC-AFAE4821DBF2}"/>
          </ac:grpSpMkLst>
        </pc:grpChg>
        <pc:grpChg chg="add mod">
          <ac:chgData name="Nowmi, Saeefa Rubaiyet R" userId="e8ad5586-1a97-4cc6-b00e-366d5f4cf40f" providerId="ADAL" clId="{9D953F25-EF3B-4DF3-9AC1-0269710ED864}" dt="2026-05-09T17:47:41.050" v="4528" actId="1076"/>
          <ac:grpSpMkLst>
            <pc:docMk/>
            <pc:sldMk cId="2542713837" sldId="287"/>
            <ac:grpSpMk id="203" creationId="{76A0B242-4BD8-A70A-53A2-B24C3E20657C}"/>
          </ac:grpSpMkLst>
        </pc:grpChg>
        <pc:picChg chg="add mod">
          <ac:chgData name="Nowmi, Saeefa Rubaiyet R" userId="e8ad5586-1a97-4cc6-b00e-366d5f4cf40f" providerId="ADAL" clId="{9D953F25-EF3B-4DF3-9AC1-0269710ED864}" dt="2026-05-09T17:26:25.560" v="4334" actId="164"/>
          <ac:picMkLst>
            <pc:docMk/>
            <pc:sldMk cId="2542713837" sldId="287"/>
            <ac:picMk id="9" creationId="{07942D00-B7BD-2CAB-5449-50A2CA82888F}"/>
          </ac:picMkLst>
        </pc:picChg>
        <pc:picChg chg="add mod">
          <ac:chgData name="Nowmi, Saeefa Rubaiyet R" userId="e8ad5586-1a97-4cc6-b00e-366d5f4cf40f" providerId="ADAL" clId="{9D953F25-EF3B-4DF3-9AC1-0269710ED864}" dt="2026-05-09T17:26:31.384" v="4335" actId="164"/>
          <ac:picMkLst>
            <pc:docMk/>
            <pc:sldMk cId="2542713837" sldId="287"/>
            <ac:picMk id="13" creationId="{20303BA9-C556-941E-DAB3-E77EF814F06C}"/>
          </ac:picMkLst>
        </pc:picChg>
        <pc:picChg chg="add mod topLvl">
          <ac:chgData name="Nowmi, Saeefa Rubaiyet R" userId="e8ad5586-1a97-4cc6-b00e-366d5f4cf40f" providerId="ADAL" clId="{9D953F25-EF3B-4DF3-9AC1-0269710ED864}" dt="2026-05-09T17:27:25.380" v="4339" actId="164"/>
          <ac:picMkLst>
            <pc:docMk/>
            <pc:sldMk cId="2542713837" sldId="287"/>
            <ac:picMk id="63" creationId="{FCBFA3C1-E5AA-8BA3-849D-1B7DA8179C3B}"/>
          </ac:picMkLst>
        </pc:picChg>
        <pc:picChg chg="add mod">
          <ac:chgData name="Nowmi, Saeefa Rubaiyet R" userId="e8ad5586-1a97-4cc6-b00e-366d5f4cf40f" providerId="ADAL" clId="{9D953F25-EF3B-4DF3-9AC1-0269710ED864}" dt="2026-05-09T16:55:51.031" v="3908" actId="1076"/>
          <ac:picMkLst>
            <pc:docMk/>
            <pc:sldMk cId="2542713837" sldId="287"/>
            <ac:picMk id="65" creationId="{84C97307-2D37-5373-2C26-2326313C7556}"/>
          </ac:picMkLst>
        </pc:picChg>
        <pc:picChg chg="add mod topLvl">
          <ac:chgData name="Nowmi, Saeefa Rubaiyet R" userId="e8ad5586-1a97-4cc6-b00e-366d5f4cf40f" providerId="ADAL" clId="{9D953F25-EF3B-4DF3-9AC1-0269710ED864}" dt="2026-05-09T17:42:32.134" v="4477" actId="1035"/>
          <ac:picMkLst>
            <pc:docMk/>
            <pc:sldMk cId="2542713837" sldId="287"/>
            <ac:picMk id="83" creationId="{575AEA6C-D851-ED58-D20B-65FC48E86076}"/>
          </ac:picMkLst>
        </pc:picChg>
        <pc:picChg chg="add mod">
          <ac:chgData name="Nowmi, Saeefa Rubaiyet R" userId="e8ad5586-1a97-4cc6-b00e-366d5f4cf40f" providerId="ADAL" clId="{9D953F25-EF3B-4DF3-9AC1-0269710ED864}" dt="2026-05-09T18:10:30.498" v="4681" actId="165"/>
          <ac:picMkLst>
            <pc:docMk/>
            <pc:sldMk cId="2542713837" sldId="287"/>
            <ac:picMk id="86" creationId="{5D4F8FBD-5E39-A49A-EBFC-7224980CCE37}"/>
          </ac:picMkLst>
        </pc:picChg>
        <pc:picChg chg="add mod topLvl">
          <ac:chgData name="Nowmi, Saeefa Rubaiyet R" userId="e8ad5586-1a97-4cc6-b00e-366d5f4cf40f" providerId="ADAL" clId="{9D953F25-EF3B-4DF3-9AC1-0269710ED864}" dt="2026-05-09T17:25:52.473" v="4320" actId="1076"/>
          <ac:picMkLst>
            <pc:docMk/>
            <pc:sldMk cId="2542713837" sldId="287"/>
            <ac:picMk id="88" creationId="{F977FCD6-B525-BEEF-FBF6-841344586C2B}"/>
          </ac:picMkLst>
        </pc:picChg>
        <pc:picChg chg="add mod modCrop">
          <ac:chgData name="Nowmi, Saeefa Rubaiyet R" userId="e8ad5586-1a97-4cc6-b00e-366d5f4cf40f" providerId="ADAL" clId="{9D953F25-EF3B-4DF3-9AC1-0269710ED864}" dt="2026-05-09T18:23:34.596" v="4775" actId="732"/>
          <ac:picMkLst>
            <pc:docMk/>
            <pc:sldMk cId="2542713837" sldId="287"/>
            <ac:picMk id="101" creationId="{D8E8EEC1-F57F-C98B-69F2-3105294EE4CD}"/>
          </ac:picMkLst>
        </pc:picChg>
        <pc:picChg chg="add mod modCrop">
          <ac:chgData name="Nowmi, Saeefa Rubaiyet R" userId="e8ad5586-1a97-4cc6-b00e-366d5f4cf40f" providerId="ADAL" clId="{9D953F25-EF3B-4DF3-9AC1-0269710ED864}" dt="2026-05-09T18:23:50.028" v="4779" actId="1037"/>
          <ac:picMkLst>
            <pc:docMk/>
            <pc:sldMk cId="2542713837" sldId="287"/>
            <ac:picMk id="102" creationId="{925E83A2-BEAA-C374-0835-78C1C96E09BB}"/>
          </ac:picMkLst>
        </pc:picChg>
        <pc:picChg chg="add del mod">
          <ac:chgData name="Nowmi, Saeefa Rubaiyet R" userId="e8ad5586-1a97-4cc6-b00e-366d5f4cf40f" providerId="ADAL" clId="{9D953F25-EF3B-4DF3-9AC1-0269710ED864}" dt="2026-05-09T18:07:36.621" v="4668" actId="164"/>
          <ac:picMkLst>
            <pc:docMk/>
            <pc:sldMk cId="2542713837" sldId="287"/>
            <ac:picMk id="212" creationId="{0B8EEB0E-2F1B-490F-CCB7-BBF3A423E21E}"/>
          </ac:picMkLst>
        </pc:picChg>
        <pc:picChg chg="add mod">
          <ac:chgData name="Nowmi, Saeefa Rubaiyet R" userId="e8ad5586-1a97-4cc6-b00e-366d5f4cf40f" providerId="ADAL" clId="{9D953F25-EF3B-4DF3-9AC1-0269710ED864}" dt="2026-05-09T00:49:16.870" v="3461" actId="1076"/>
          <ac:picMkLst>
            <pc:docMk/>
            <pc:sldMk cId="2542713837" sldId="287"/>
            <ac:picMk id="216" creationId="{F4EDD56C-E837-7D03-0F39-26EBDC0D756C}"/>
          </ac:picMkLst>
        </pc:picChg>
        <pc:cxnChg chg="add mod topLvl">
          <ac:chgData name="Nowmi, Saeefa Rubaiyet R" userId="e8ad5586-1a97-4cc6-b00e-366d5f4cf40f" providerId="ADAL" clId="{9D953F25-EF3B-4DF3-9AC1-0269710ED864}" dt="2026-05-09T17:24:42.497" v="4285" actId="1038"/>
          <ac:cxnSpMkLst>
            <pc:docMk/>
            <pc:sldMk cId="2542713837" sldId="287"/>
            <ac:cxnSpMk id="18" creationId="{3148A343-DBFA-386D-01A6-FBAB224ED403}"/>
          </ac:cxnSpMkLst>
        </pc:cxnChg>
        <pc:cxnChg chg="add mod topLvl">
          <ac:chgData name="Nowmi, Saeefa Rubaiyet R" userId="e8ad5586-1a97-4cc6-b00e-366d5f4cf40f" providerId="ADAL" clId="{9D953F25-EF3B-4DF3-9AC1-0269710ED864}" dt="2026-05-09T17:25:22.967" v="4312" actId="14100"/>
          <ac:cxnSpMkLst>
            <pc:docMk/>
            <pc:sldMk cId="2542713837" sldId="287"/>
            <ac:cxnSpMk id="40" creationId="{41475DB6-6FA8-5A16-6FF5-900C1FD2C1E4}"/>
          </ac:cxnSpMkLst>
        </pc:cxnChg>
        <pc:cxnChg chg="add mod topLvl">
          <ac:chgData name="Nowmi, Saeefa Rubaiyet R" userId="e8ad5586-1a97-4cc6-b00e-366d5f4cf40f" providerId="ADAL" clId="{9D953F25-EF3B-4DF3-9AC1-0269710ED864}" dt="2026-05-09T17:25:14.003" v="4311" actId="1076"/>
          <ac:cxnSpMkLst>
            <pc:docMk/>
            <pc:sldMk cId="2542713837" sldId="287"/>
            <ac:cxnSpMk id="51" creationId="{C94C242B-0298-3510-D2E9-882D1E68090C}"/>
          </ac:cxnSpMkLst>
        </pc:cxnChg>
        <pc:cxnChg chg="add mod">
          <ac:chgData name="Nowmi, Saeefa Rubaiyet R" userId="e8ad5586-1a97-4cc6-b00e-366d5f4cf40f" providerId="ADAL" clId="{9D953F25-EF3B-4DF3-9AC1-0269710ED864}" dt="2026-05-09T18:24:24.446" v="4785" actId="14100"/>
          <ac:cxnSpMkLst>
            <pc:docMk/>
            <pc:sldMk cId="2542713837" sldId="287"/>
            <ac:cxnSpMk id="67" creationId="{FA499CFA-34B8-F6D0-E227-AF3BD4F7542D}"/>
          </ac:cxnSpMkLst>
        </pc:cxnChg>
        <pc:cxnChg chg="add mod">
          <ac:chgData name="Nowmi, Saeefa Rubaiyet R" userId="e8ad5586-1a97-4cc6-b00e-366d5f4cf40f" providerId="ADAL" clId="{9D953F25-EF3B-4DF3-9AC1-0269710ED864}" dt="2026-05-09T18:24:41.216" v="4789" actId="14100"/>
          <ac:cxnSpMkLst>
            <pc:docMk/>
            <pc:sldMk cId="2542713837" sldId="287"/>
            <ac:cxnSpMk id="68" creationId="{2D71EEF2-F3F8-9C10-41AE-D15D9A15122A}"/>
          </ac:cxnSpMkLst>
        </pc:cxnChg>
        <pc:cxnChg chg="add mod">
          <ac:chgData name="Nowmi, Saeefa Rubaiyet R" userId="e8ad5586-1a97-4cc6-b00e-366d5f4cf40f" providerId="ADAL" clId="{9D953F25-EF3B-4DF3-9AC1-0269710ED864}" dt="2026-05-09T18:24:44.921" v="4790" actId="14100"/>
          <ac:cxnSpMkLst>
            <pc:docMk/>
            <pc:sldMk cId="2542713837" sldId="287"/>
            <ac:cxnSpMk id="71" creationId="{1348F41D-D5A6-E58D-6BAD-414BC51DF58C}"/>
          </ac:cxnSpMkLst>
        </pc:cxnChg>
        <pc:cxnChg chg="add mod">
          <ac:chgData name="Nowmi, Saeefa Rubaiyet R" userId="e8ad5586-1a97-4cc6-b00e-366d5f4cf40f" providerId="ADAL" clId="{9D953F25-EF3B-4DF3-9AC1-0269710ED864}" dt="2026-05-09T18:24:49.562" v="4791" actId="14100"/>
          <ac:cxnSpMkLst>
            <pc:docMk/>
            <pc:sldMk cId="2542713837" sldId="287"/>
            <ac:cxnSpMk id="74" creationId="{675EA3D7-2112-E815-4220-B21ACDF841D0}"/>
          </ac:cxnSpMkLst>
        </pc:cxnChg>
        <pc:cxnChg chg="add mod topLvl">
          <ac:chgData name="Nowmi, Saeefa Rubaiyet R" userId="e8ad5586-1a97-4cc6-b00e-366d5f4cf40f" providerId="ADAL" clId="{9D953F25-EF3B-4DF3-9AC1-0269710ED864}" dt="2026-05-09T18:23:02.916" v="4772" actId="1076"/>
          <ac:cxnSpMkLst>
            <pc:docMk/>
            <pc:sldMk cId="2542713837" sldId="287"/>
            <ac:cxnSpMk id="79" creationId="{08EE897D-BB51-7BB7-26DD-A972C7840D83}"/>
          </ac:cxnSpMkLst>
        </pc:cxnChg>
        <pc:cxnChg chg="add mod topLvl">
          <ac:chgData name="Nowmi, Saeefa Rubaiyet R" userId="e8ad5586-1a97-4cc6-b00e-366d5f4cf40f" providerId="ADAL" clId="{9D953F25-EF3B-4DF3-9AC1-0269710ED864}" dt="2026-05-09T17:24:42.497" v="4285" actId="1038"/>
          <ac:cxnSpMkLst>
            <pc:docMk/>
            <pc:sldMk cId="2542713837" sldId="287"/>
            <ac:cxnSpMk id="104" creationId="{2A365AAB-7A65-83F3-FFDE-058E04A605D4}"/>
          </ac:cxnSpMkLst>
        </pc:cxnChg>
        <pc:cxnChg chg="add mod topLvl">
          <ac:chgData name="Nowmi, Saeefa Rubaiyet R" userId="e8ad5586-1a97-4cc6-b00e-366d5f4cf40f" providerId="ADAL" clId="{9D953F25-EF3B-4DF3-9AC1-0269710ED864}" dt="2026-05-09T17:24:42.497" v="4285" actId="1038"/>
          <ac:cxnSpMkLst>
            <pc:docMk/>
            <pc:sldMk cId="2542713837" sldId="287"/>
            <ac:cxnSpMk id="105" creationId="{F9D2467C-C71A-8FC9-61B3-EA74F41D998F}"/>
          </ac:cxnSpMkLst>
        </pc:cxnChg>
        <pc:cxnChg chg="add mod topLvl">
          <ac:chgData name="Nowmi, Saeefa Rubaiyet R" userId="e8ad5586-1a97-4cc6-b00e-366d5f4cf40f" providerId="ADAL" clId="{9D953F25-EF3B-4DF3-9AC1-0269710ED864}" dt="2026-05-09T17:24:45.003" v="4287" actId="1038"/>
          <ac:cxnSpMkLst>
            <pc:docMk/>
            <pc:sldMk cId="2542713837" sldId="287"/>
            <ac:cxnSpMk id="106" creationId="{4DAAAE7F-907D-A98E-78EC-2137A2AF553C}"/>
          </ac:cxnSpMkLst>
        </pc:cxnChg>
        <pc:cxnChg chg="add mod">
          <ac:chgData name="Nowmi, Saeefa Rubaiyet R" userId="e8ad5586-1a97-4cc6-b00e-366d5f4cf40f" providerId="ADAL" clId="{9D953F25-EF3B-4DF3-9AC1-0269710ED864}" dt="2026-05-08T23:31:22.919" v="3073" actId="164"/>
          <ac:cxnSpMkLst>
            <pc:docMk/>
            <pc:sldMk cId="2542713837" sldId="287"/>
            <ac:cxnSpMk id="158" creationId="{F79A8F71-B833-148A-818D-A3A888128882}"/>
          </ac:cxnSpMkLst>
        </pc:cxnChg>
        <pc:cxnChg chg="add mod">
          <ac:chgData name="Nowmi, Saeefa Rubaiyet R" userId="e8ad5586-1a97-4cc6-b00e-366d5f4cf40f" providerId="ADAL" clId="{9D953F25-EF3B-4DF3-9AC1-0269710ED864}" dt="2026-05-08T23:31:22.919" v="3073" actId="164"/>
          <ac:cxnSpMkLst>
            <pc:docMk/>
            <pc:sldMk cId="2542713837" sldId="287"/>
            <ac:cxnSpMk id="160" creationId="{B1F38E19-4C48-87C8-C4CD-C31323DFA04C}"/>
          </ac:cxnSpMkLst>
        </pc:cxnChg>
        <pc:cxnChg chg="add mod">
          <ac:chgData name="Nowmi, Saeefa Rubaiyet R" userId="e8ad5586-1a97-4cc6-b00e-366d5f4cf40f" providerId="ADAL" clId="{9D953F25-EF3B-4DF3-9AC1-0269710ED864}" dt="2026-05-08T23:31:22.919" v="3073" actId="164"/>
          <ac:cxnSpMkLst>
            <pc:docMk/>
            <pc:sldMk cId="2542713837" sldId="287"/>
            <ac:cxnSpMk id="162" creationId="{709CFFC9-531D-CEC5-0748-15C87173DE64}"/>
          </ac:cxnSpMkLst>
        </pc:cxnChg>
        <pc:cxnChg chg="add mod">
          <ac:chgData name="Nowmi, Saeefa Rubaiyet R" userId="e8ad5586-1a97-4cc6-b00e-366d5f4cf40f" providerId="ADAL" clId="{9D953F25-EF3B-4DF3-9AC1-0269710ED864}" dt="2026-05-08T23:42:02.492" v="3185" actId="164"/>
          <ac:cxnSpMkLst>
            <pc:docMk/>
            <pc:sldMk cId="2542713837" sldId="287"/>
            <ac:cxnSpMk id="170" creationId="{2E81A768-E960-E44A-27F8-D94AC5959F63}"/>
          </ac:cxnSpMkLst>
        </pc:cxnChg>
      </pc:sldChg>
      <pc:sldChg chg="addSp delSp modSp add mod ord modAnim">
        <pc:chgData name="Nowmi, Saeefa Rubaiyet R" userId="e8ad5586-1a97-4cc6-b00e-366d5f4cf40f" providerId="ADAL" clId="{9D953F25-EF3B-4DF3-9AC1-0269710ED864}" dt="2026-05-09T19:53:08.226" v="5499" actId="1076"/>
        <pc:sldMkLst>
          <pc:docMk/>
          <pc:sldMk cId="1242652799" sldId="289"/>
        </pc:sldMkLst>
        <pc:spChg chg="mod">
          <ac:chgData name="Nowmi, Saeefa Rubaiyet R" userId="e8ad5586-1a97-4cc6-b00e-366d5f4cf40f" providerId="ADAL" clId="{9D953F25-EF3B-4DF3-9AC1-0269710ED864}" dt="2026-05-09T19:53:08.226" v="5499" actId="1076"/>
          <ac:spMkLst>
            <pc:docMk/>
            <pc:sldMk cId="1242652799" sldId="289"/>
            <ac:spMk id="11" creationId="{08026498-C69F-C906-194A-48C6991AE197}"/>
          </ac:spMkLst>
        </pc:spChg>
        <pc:spChg chg="mod">
          <ac:chgData name="Nowmi, Saeefa Rubaiyet R" userId="e8ad5586-1a97-4cc6-b00e-366d5f4cf40f" providerId="ADAL" clId="{9D953F25-EF3B-4DF3-9AC1-0269710ED864}" dt="2026-05-09T19:29:17.387" v="5159"/>
          <ac:spMkLst>
            <pc:docMk/>
            <pc:sldMk cId="1242652799" sldId="289"/>
            <ac:spMk id="27" creationId="{738B14AF-CE7F-6D32-8F4E-031FB3DE026A}"/>
          </ac:spMkLst>
        </pc:spChg>
        <pc:spChg chg="mod">
          <ac:chgData name="Nowmi, Saeefa Rubaiyet R" userId="e8ad5586-1a97-4cc6-b00e-366d5f4cf40f" providerId="ADAL" clId="{9D953F25-EF3B-4DF3-9AC1-0269710ED864}" dt="2026-05-09T19:51:36.343" v="5485" actId="20577"/>
          <ac:spMkLst>
            <pc:docMk/>
            <pc:sldMk cId="1242652799" sldId="289"/>
            <ac:spMk id="35" creationId="{304D289E-5959-1DE9-6567-87B48B76FC10}"/>
          </ac:spMkLst>
        </pc:spChg>
        <pc:spChg chg="mod">
          <ac:chgData name="Nowmi, Saeefa Rubaiyet R" userId="e8ad5586-1a97-4cc6-b00e-366d5f4cf40f" providerId="ADAL" clId="{9D953F25-EF3B-4DF3-9AC1-0269710ED864}" dt="2026-05-09T19:29:17.387" v="5159"/>
          <ac:spMkLst>
            <pc:docMk/>
            <pc:sldMk cId="1242652799" sldId="289"/>
            <ac:spMk id="38" creationId="{2B3F7D0B-412E-B48F-1F67-4440D87A0B4E}"/>
          </ac:spMkLst>
        </pc:spChg>
        <pc:spChg chg="mod">
          <ac:chgData name="Nowmi, Saeefa Rubaiyet R" userId="e8ad5586-1a97-4cc6-b00e-366d5f4cf40f" providerId="ADAL" clId="{9D953F25-EF3B-4DF3-9AC1-0269710ED864}" dt="2026-05-09T19:29:17.387" v="5159"/>
          <ac:spMkLst>
            <pc:docMk/>
            <pc:sldMk cId="1242652799" sldId="289"/>
            <ac:spMk id="39" creationId="{6A753C28-5E01-F053-0C0B-3652630FCC00}"/>
          </ac:spMkLst>
        </pc:spChg>
        <pc:spChg chg="mod">
          <ac:chgData name="Nowmi, Saeefa Rubaiyet R" userId="e8ad5586-1a97-4cc6-b00e-366d5f4cf40f" providerId="ADAL" clId="{9D953F25-EF3B-4DF3-9AC1-0269710ED864}" dt="2026-05-09T19:29:17.387" v="5159"/>
          <ac:spMkLst>
            <pc:docMk/>
            <pc:sldMk cId="1242652799" sldId="289"/>
            <ac:spMk id="40" creationId="{CC8CAAC5-8B68-87A7-D281-1CE065A89616}"/>
          </ac:spMkLst>
        </pc:spChg>
        <pc:spChg chg="mod">
          <ac:chgData name="Nowmi, Saeefa Rubaiyet R" userId="e8ad5586-1a97-4cc6-b00e-366d5f4cf40f" providerId="ADAL" clId="{9D953F25-EF3B-4DF3-9AC1-0269710ED864}" dt="2026-05-09T19:29:17.387" v="5159"/>
          <ac:spMkLst>
            <pc:docMk/>
            <pc:sldMk cId="1242652799" sldId="289"/>
            <ac:spMk id="41" creationId="{82EC6382-5104-A2D6-C153-C8E9A47D62F8}"/>
          </ac:spMkLst>
        </pc:spChg>
        <pc:spChg chg="mod">
          <ac:chgData name="Nowmi, Saeefa Rubaiyet R" userId="e8ad5586-1a97-4cc6-b00e-366d5f4cf40f" providerId="ADAL" clId="{9D953F25-EF3B-4DF3-9AC1-0269710ED864}" dt="2026-05-09T19:29:17.387" v="5159"/>
          <ac:spMkLst>
            <pc:docMk/>
            <pc:sldMk cId="1242652799" sldId="289"/>
            <ac:spMk id="42" creationId="{9425E7FA-3CE4-ACA0-C547-13F44E725F39}"/>
          </ac:spMkLst>
        </pc:spChg>
        <pc:spChg chg="mod">
          <ac:chgData name="Nowmi, Saeefa Rubaiyet R" userId="e8ad5586-1a97-4cc6-b00e-366d5f4cf40f" providerId="ADAL" clId="{9D953F25-EF3B-4DF3-9AC1-0269710ED864}" dt="2026-05-09T19:29:17.387" v="5159"/>
          <ac:spMkLst>
            <pc:docMk/>
            <pc:sldMk cId="1242652799" sldId="289"/>
            <ac:spMk id="43" creationId="{13CC207A-B075-B334-84D4-912CD48CB16E}"/>
          </ac:spMkLst>
        </pc:spChg>
        <pc:spChg chg="mod">
          <ac:chgData name="Nowmi, Saeefa Rubaiyet R" userId="e8ad5586-1a97-4cc6-b00e-366d5f4cf40f" providerId="ADAL" clId="{9D953F25-EF3B-4DF3-9AC1-0269710ED864}" dt="2026-05-09T19:29:17.387" v="5159"/>
          <ac:spMkLst>
            <pc:docMk/>
            <pc:sldMk cId="1242652799" sldId="289"/>
            <ac:spMk id="44" creationId="{EFA29E28-13AA-9453-A363-5AC44ECED0FE}"/>
          </ac:spMkLst>
        </pc:spChg>
        <pc:spChg chg="mod">
          <ac:chgData name="Nowmi, Saeefa Rubaiyet R" userId="e8ad5586-1a97-4cc6-b00e-366d5f4cf40f" providerId="ADAL" clId="{9D953F25-EF3B-4DF3-9AC1-0269710ED864}" dt="2026-05-09T19:39:12.210" v="5179" actId="1076"/>
          <ac:spMkLst>
            <pc:docMk/>
            <pc:sldMk cId="1242652799" sldId="289"/>
            <ac:spMk id="49" creationId="{7E996C6F-A4E5-2C9C-046B-D2BFC3113568}"/>
          </ac:spMkLst>
        </pc:spChg>
        <pc:spChg chg="mod">
          <ac:chgData name="Nowmi, Saeefa Rubaiyet R" userId="e8ad5586-1a97-4cc6-b00e-366d5f4cf40f" providerId="ADAL" clId="{9D953F25-EF3B-4DF3-9AC1-0269710ED864}" dt="2026-05-09T19:53:05.052" v="5498" actId="1076"/>
          <ac:spMkLst>
            <pc:docMk/>
            <pc:sldMk cId="1242652799" sldId="289"/>
            <ac:spMk id="58" creationId="{E1BDA07B-0288-76F9-28AB-FE522CA74663}"/>
          </ac:spMkLst>
        </pc:spChg>
        <pc:grpChg chg="mod topLvl">
          <ac:chgData name="Nowmi, Saeefa Rubaiyet R" userId="e8ad5586-1a97-4cc6-b00e-366d5f4cf40f" providerId="ADAL" clId="{9D953F25-EF3B-4DF3-9AC1-0269710ED864}" dt="2026-05-09T19:19:56.321" v="5081" actId="164"/>
          <ac:grpSpMkLst>
            <pc:docMk/>
            <pc:sldMk cId="1242652799" sldId="289"/>
            <ac:grpSpMk id="10" creationId="{9D312493-9942-66FF-3666-C234AF141289}"/>
          </ac:grpSpMkLst>
        </pc:grpChg>
        <pc:grpChg chg="add mod">
          <ac:chgData name="Nowmi, Saeefa Rubaiyet R" userId="e8ad5586-1a97-4cc6-b00e-366d5f4cf40f" providerId="ADAL" clId="{9D953F25-EF3B-4DF3-9AC1-0269710ED864}" dt="2026-05-09T19:39:23.418" v="5180" actId="164"/>
          <ac:grpSpMkLst>
            <pc:docMk/>
            <pc:sldMk cId="1242652799" sldId="289"/>
            <ac:grpSpMk id="15" creationId="{B4322BDA-1EB0-BB69-BFAA-0D294605D23B}"/>
          </ac:grpSpMkLst>
        </pc:grpChg>
        <pc:grpChg chg="mod">
          <ac:chgData name="Nowmi, Saeefa Rubaiyet R" userId="e8ad5586-1a97-4cc6-b00e-366d5f4cf40f" providerId="ADAL" clId="{9D953F25-EF3B-4DF3-9AC1-0269710ED864}" dt="2026-05-09T19:41:55.328" v="5267" actId="164"/>
          <ac:grpSpMkLst>
            <pc:docMk/>
            <pc:sldMk cId="1242652799" sldId="289"/>
            <ac:grpSpMk id="21" creationId="{32CA467A-DFB0-DA9B-6B80-85CF5756525B}"/>
          </ac:grpSpMkLst>
        </pc:grpChg>
        <pc:grpChg chg="mod">
          <ac:chgData name="Nowmi, Saeefa Rubaiyet R" userId="e8ad5586-1a97-4cc6-b00e-366d5f4cf40f" providerId="ADAL" clId="{9D953F25-EF3B-4DF3-9AC1-0269710ED864}" dt="2026-05-09T19:29:17.387" v="5159"/>
          <ac:grpSpMkLst>
            <pc:docMk/>
            <pc:sldMk cId="1242652799" sldId="289"/>
            <ac:grpSpMk id="29" creationId="{2D4B838F-30CF-4FCB-F592-78043051AD2A}"/>
          </ac:grpSpMkLst>
        </pc:grpChg>
        <pc:grpChg chg="mod">
          <ac:chgData name="Nowmi, Saeefa Rubaiyet R" userId="e8ad5586-1a97-4cc6-b00e-366d5f4cf40f" providerId="ADAL" clId="{9D953F25-EF3B-4DF3-9AC1-0269710ED864}" dt="2026-05-09T19:29:17.387" v="5159"/>
          <ac:grpSpMkLst>
            <pc:docMk/>
            <pc:sldMk cId="1242652799" sldId="289"/>
            <ac:grpSpMk id="36" creationId="{1FF101FF-182F-BF55-A0B9-F0D8D0F693C6}"/>
          </ac:grpSpMkLst>
        </pc:grpChg>
        <pc:grpChg chg="add mod">
          <ac:chgData name="Nowmi, Saeefa Rubaiyet R" userId="e8ad5586-1a97-4cc6-b00e-366d5f4cf40f" providerId="ADAL" clId="{9D953F25-EF3B-4DF3-9AC1-0269710ED864}" dt="2026-05-09T19:52:13.105" v="5491" actId="1076"/>
          <ac:grpSpMkLst>
            <pc:docMk/>
            <pc:sldMk cId="1242652799" sldId="289"/>
            <ac:grpSpMk id="53" creationId="{5CAB7180-178A-E5D5-A454-92729E368204}"/>
          </ac:grpSpMkLst>
        </pc:grpChg>
        <pc:grpChg chg="add mod">
          <ac:chgData name="Nowmi, Saeefa Rubaiyet R" userId="e8ad5586-1a97-4cc6-b00e-366d5f4cf40f" providerId="ADAL" clId="{9D953F25-EF3B-4DF3-9AC1-0269710ED864}" dt="2026-05-09T19:50:39.989" v="5400" actId="1076"/>
          <ac:grpSpMkLst>
            <pc:docMk/>
            <pc:sldMk cId="1242652799" sldId="289"/>
            <ac:grpSpMk id="54" creationId="{DF365CC0-D64A-F2C6-7B09-526151BE0146}"/>
          </ac:grpSpMkLst>
        </pc:grpChg>
        <pc:grpChg chg="add mod">
          <ac:chgData name="Nowmi, Saeefa Rubaiyet R" userId="e8ad5586-1a97-4cc6-b00e-366d5f4cf40f" providerId="ADAL" clId="{9D953F25-EF3B-4DF3-9AC1-0269710ED864}" dt="2026-05-09T19:50:56.535" v="5403" actId="1076"/>
          <ac:grpSpMkLst>
            <pc:docMk/>
            <pc:sldMk cId="1242652799" sldId="289"/>
            <ac:grpSpMk id="55" creationId="{2C9C163F-F7F7-038B-CA60-4EF648DC3543}"/>
          </ac:grpSpMkLst>
        </pc:grpChg>
        <pc:picChg chg="mod">
          <ac:chgData name="Nowmi, Saeefa Rubaiyet R" userId="e8ad5586-1a97-4cc6-b00e-366d5f4cf40f" providerId="ADAL" clId="{9D953F25-EF3B-4DF3-9AC1-0269710ED864}" dt="2026-05-09T19:50:10.655" v="5396" actId="1076"/>
          <ac:picMkLst>
            <pc:docMk/>
            <pc:sldMk cId="1242652799" sldId="289"/>
            <ac:picMk id="3" creationId="{EC36999B-C779-8457-DB08-75C9FB205577}"/>
          </ac:picMkLst>
        </pc:picChg>
        <pc:picChg chg="mod">
          <ac:chgData name="Nowmi, Saeefa Rubaiyet R" userId="e8ad5586-1a97-4cc6-b00e-366d5f4cf40f" providerId="ADAL" clId="{9D953F25-EF3B-4DF3-9AC1-0269710ED864}" dt="2026-05-09T19:50:13.123" v="5397" actId="1076"/>
          <ac:picMkLst>
            <pc:docMk/>
            <pc:sldMk cId="1242652799" sldId="289"/>
            <ac:picMk id="5" creationId="{184A4BC6-9B82-3C4B-F856-CB4CA933E909}"/>
          </ac:picMkLst>
        </pc:picChg>
        <pc:picChg chg="add mod">
          <ac:chgData name="Nowmi, Saeefa Rubaiyet R" userId="e8ad5586-1a97-4cc6-b00e-366d5f4cf40f" providerId="ADAL" clId="{9D953F25-EF3B-4DF3-9AC1-0269710ED864}" dt="2026-05-09T19:49:38.137" v="5389" actId="14100"/>
          <ac:picMkLst>
            <pc:docMk/>
            <pc:sldMk cId="1242652799" sldId="289"/>
            <ac:picMk id="6" creationId="{18F5A2F5-DB81-83B3-7EBF-D2FDB7B90707}"/>
          </ac:picMkLst>
        </pc:picChg>
        <pc:picChg chg="add mod">
          <ac:chgData name="Nowmi, Saeefa Rubaiyet R" userId="e8ad5586-1a97-4cc6-b00e-366d5f4cf40f" providerId="ADAL" clId="{9D953F25-EF3B-4DF3-9AC1-0269710ED864}" dt="2026-05-09T19:50:06.199" v="5395" actId="1076"/>
          <ac:picMkLst>
            <pc:docMk/>
            <pc:sldMk cId="1242652799" sldId="289"/>
            <ac:picMk id="7" creationId="{BB849785-00F2-658D-2A9A-5090892D513D}"/>
          </ac:picMkLst>
        </pc:picChg>
        <pc:picChg chg="mod">
          <ac:chgData name="Nowmi, Saeefa Rubaiyet R" userId="e8ad5586-1a97-4cc6-b00e-366d5f4cf40f" providerId="ADAL" clId="{9D953F25-EF3B-4DF3-9AC1-0269710ED864}" dt="2026-05-09T19:50:25.136" v="5399" actId="1076"/>
          <ac:picMkLst>
            <pc:docMk/>
            <pc:sldMk cId="1242652799" sldId="289"/>
            <ac:picMk id="8" creationId="{4581C472-ACAB-E4DB-D178-972F924B1B4E}"/>
          </ac:picMkLst>
        </pc:picChg>
        <pc:picChg chg="mod">
          <ac:chgData name="Nowmi, Saeefa Rubaiyet R" userId="e8ad5586-1a97-4cc6-b00e-366d5f4cf40f" providerId="ADAL" clId="{9D953F25-EF3B-4DF3-9AC1-0269710ED864}" dt="2026-05-09T19:50:19.515" v="5398" actId="1076"/>
          <ac:picMkLst>
            <pc:docMk/>
            <pc:sldMk cId="1242652799" sldId="289"/>
            <ac:picMk id="9" creationId="{A0D3B281-ED4C-8E06-FE57-6930A6EB110A}"/>
          </ac:picMkLst>
        </pc:picChg>
        <pc:picChg chg="add mod">
          <ac:chgData name="Nowmi, Saeefa Rubaiyet R" userId="e8ad5586-1a97-4cc6-b00e-366d5f4cf40f" providerId="ADAL" clId="{9D953F25-EF3B-4DF3-9AC1-0269710ED864}" dt="2026-05-09T19:39:23.418" v="5180" actId="164"/>
          <ac:picMkLst>
            <pc:docMk/>
            <pc:sldMk cId="1242652799" sldId="289"/>
            <ac:picMk id="13" creationId="{6CA3A5C5-7F31-6139-0849-8E4D2C826D22}"/>
          </ac:picMkLst>
        </pc:picChg>
        <pc:picChg chg="add mod">
          <ac:chgData name="Nowmi, Saeefa Rubaiyet R" userId="e8ad5586-1a97-4cc6-b00e-366d5f4cf40f" providerId="ADAL" clId="{9D953F25-EF3B-4DF3-9AC1-0269710ED864}" dt="2026-05-09T19:39:23.418" v="5180" actId="164"/>
          <ac:picMkLst>
            <pc:docMk/>
            <pc:sldMk cId="1242652799" sldId="289"/>
            <ac:picMk id="14" creationId="{BC27962C-1FA7-D0AA-2545-E6A30D079841}"/>
          </ac:picMkLst>
        </pc:picChg>
        <pc:picChg chg="add mod">
          <ac:chgData name="Nowmi, Saeefa Rubaiyet R" userId="e8ad5586-1a97-4cc6-b00e-366d5f4cf40f" providerId="ADAL" clId="{9D953F25-EF3B-4DF3-9AC1-0269710ED864}" dt="2026-05-09T19:39:23.418" v="5180" actId="164"/>
          <ac:picMkLst>
            <pc:docMk/>
            <pc:sldMk cId="1242652799" sldId="289"/>
            <ac:picMk id="16" creationId="{DBFF7265-6BF2-EDAC-086A-DD35EF588F4E}"/>
          </ac:picMkLst>
        </pc:picChg>
        <pc:picChg chg="add mod">
          <ac:chgData name="Nowmi, Saeefa Rubaiyet R" userId="e8ad5586-1a97-4cc6-b00e-366d5f4cf40f" providerId="ADAL" clId="{9D953F25-EF3B-4DF3-9AC1-0269710ED864}" dt="2026-05-09T19:52:02.286" v="5489" actId="14100"/>
          <ac:picMkLst>
            <pc:docMk/>
            <pc:sldMk cId="1242652799" sldId="289"/>
            <ac:picMk id="18" creationId="{4952C276-E54C-2423-729C-2B4E2516858C}"/>
          </ac:picMkLst>
        </pc:picChg>
        <pc:picChg chg="add mod">
          <ac:chgData name="Nowmi, Saeefa Rubaiyet R" userId="e8ad5586-1a97-4cc6-b00e-366d5f4cf40f" providerId="ADAL" clId="{9D953F25-EF3B-4DF3-9AC1-0269710ED864}" dt="2026-05-09T19:52:06.118" v="5490" actId="1076"/>
          <ac:picMkLst>
            <pc:docMk/>
            <pc:sldMk cId="1242652799" sldId="289"/>
            <ac:picMk id="20" creationId="{65674BDF-337E-A16C-3D68-8EAF643CF3C0}"/>
          </ac:picMkLst>
        </pc:picChg>
        <pc:picChg chg="add mod">
          <ac:chgData name="Nowmi, Saeefa Rubaiyet R" userId="e8ad5586-1a97-4cc6-b00e-366d5f4cf40f" providerId="ADAL" clId="{9D953F25-EF3B-4DF3-9AC1-0269710ED864}" dt="2026-05-09T19:44:42.841" v="5341" actId="1076"/>
          <ac:picMkLst>
            <pc:docMk/>
            <pc:sldMk cId="1242652799" sldId="289"/>
            <ac:picMk id="52" creationId="{8E06FD1D-47EC-B914-74F6-216102423619}"/>
          </ac:picMkLst>
        </pc:picChg>
      </pc:sldChg>
      <pc:sldChg chg="add">
        <pc:chgData name="Nowmi, Saeefa Rubaiyet R" userId="e8ad5586-1a97-4cc6-b00e-366d5f4cf40f" providerId="ADAL" clId="{9D953F25-EF3B-4DF3-9AC1-0269710ED864}" dt="2026-05-09T18:36:45.784" v="4879" actId="2890"/>
        <pc:sldMkLst>
          <pc:docMk/>
          <pc:sldMk cId="3690322319"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00F144-2A8C-4993-BF58-7D86DB11F2E6}" type="datetimeFigureOut">
              <a:rPr lang="en-US" smtClean="0"/>
              <a:t>5/15/2026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977DD3-66C0-43E3-AFA7-EA80416CBF2A}" type="slidenum">
              <a:rPr lang="en-US" smtClean="0"/>
              <a:t>‹#›</a:t>
            </a:fld>
            <a:endParaRPr lang="en-US"/>
          </a:p>
        </p:txBody>
      </p:sp>
    </p:spTree>
    <p:extLst>
      <p:ext uri="{BB962C8B-B14F-4D97-AF65-F5344CB8AC3E}">
        <p14:creationId xmlns:p14="http://schemas.microsoft.com/office/powerpoint/2010/main" val="3356018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 30 sec</a:t>
            </a:r>
          </a:p>
          <a:p>
            <a:r>
              <a:rPr lang="en-US"/>
              <a:t>--------------------------</a:t>
            </a:r>
          </a:p>
          <a:p>
            <a:endParaRPr lang="en-US"/>
          </a:p>
          <a:p>
            <a:r>
              <a:rPr lang="en-US"/>
              <a:t>Good Morning everyone.  </a:t>
            </a:r>
          </a:p>
          <a:p>
            <a:endParaRPr lang="en-US"/>
          </a:p>
          <a:p>
            <a:r>
              <a:rPr lang="en-US"/>
              <a:t>I am Saeefa Rubaiyet Nowmi,  PhD student from University of Texas at El Paso. </a:t>
            </a:r>
          </a:p>
          <a:p>
            <a:endParaRPr lang="en-US"/>
          </a:p>
          <a:p>
            <a:r>
              <a:rPr lang="en-US"/>
              <a:t>Today, I’ll be presenting our paper on Adversarial Robustness of Quantum Machine Learning.</a:t>
            </a:r>
          </a:p>
        </p:txBody>
      </p:sp>
      <p:sp>
        <p:nvSpPr>
          <p:cNvPr id="4" name="Slide Number Placeholder 3"/>
          <p:cNvSpPr>
            <a:spLocks noGrp="1"/>
          </p:cNvSpPr>
          <p:nvPr>
            <p:ph type="sldNum" sz="quarter" idx="5"/>
          </p:nvPr>
        </p:nvSpPr>
        <p:spPr/>
        <p:txBody>
          <a:bodyPr/>
          <a:lstStyle/>
          <a:p>
            <a:fld id="{24977DD3-66C0-43E3-AFA7-EA80416CBF2A}" type="slidenum">
              <a:rPr lang="en-US" smtClean="0"/>
              <a:t>1</a:t>
            </a:fld>
            <a:endParaRPr lang="en-US"/>
          </a:p>
        </p:txBody>
      </p:sp>
    </p:spTree>
    <p:extLst>
      <p:ext uri="{BB962C8B-B14F-4D97-AF65-F5344CB8AC3E}">
        <p14:creationId xmlns:p14="http://schemas.microsoft.com/office/powerpoint/2010/main" val="1220880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94ADA-801C-3B2D-C803-FA97FF53E0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3552E-5375-CAC3-EAB6-5E4B040F60D1}"/>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00D24F55-28B3-66D8-19E5-94FAEA4FD775}"/>
                  </a:ext>
                </a:extLst>
              </p:cNvPr>
              <p:cNvSpPr>
                <a:spLocks noGrp="1"/>
              </p:cNvSpPr>
              <p:nvPr>
                <p:ph type="body" idx="1"/>
              </p:nvPr>
            </p:nvSpPr>
            <p:spPr/>
            <p:txBody>
              <a:bodyPr/>
              <a:lstStyle/>
              <a:p>
                <a:r>
                  <a:rPr lang="en-US"/>
                  <a:t>#Slide 2: 2 min</a:t>
                </a:r>
              </a:p>
              <a:p>
                <a:r>
                  <a:rPr lang="en-US"/>
                  <a:t>------------------------------</a:t>
                </a:r>
              </a:p>
              <a:p>
                <a:endParaRPr lang="en-US"/>
              </a:p>
              <a:p>
                <a:endParaRPr lang="en-US"/>
              </a:p>
              <a:p>
                <a:r>
                  <a:rPr lang="en-US"/>
                  <a:t>Before discussing robustness, let me briefly explain how a hybrid QML model works.</a:t>
                </a:r>
              </a:p>
              <a:p>
                <a:endParaRPr lang="en-US"/>
              </a:p>
              <a:p>
                <a:r>
                  <a:rPr lang="en-US"/>
                  <a:t>First, we take classical data and then we take qubits. Then we use some encoding technique to encode the classical data into qubits. Then the encoded quantum states get processed through parameterized quantum circuit or (PQC) which can be compared to neural networks. Then we measure the quantum states and it collapse to classical outputs. We send the classical outputs to classical optimizer for training. The optimizer send the updated parameter values to the PQC and the cycle repeats till the final measurement.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r>
                  <a:rPr lang="en-US"/>
                  <a:t>For our work, we experimented with two most commonly used encoding methods. </a:t>
                </a:r>
              </a:p>
              <a:p>
                <a:endParaRPr lang="en-US"/>
              </a:p>
              <a:p>
                <a:r>
                  <a:rPr lang="en-US"/>
                  <a:t>First one is </a:t>
                </a:r>
                <a:r>
                  <a:rPr lang="en-US" b="1"/>
                  <a:t>angle encoding, </a:t>
                </a:r>
                <a:r>
                  <a:rPr lang="en-US"/>
                  <a:t>where features are mapped to rotation angles. </a:t>
                </a:r>
              </a:p>
              <a:p>
                <a:r>
                  <a:rPr lang="en-US"/>
                  <a:t>Suppose, we take this classical 3- dimensional vector V. </a:t>
                </a:r>
              </a:p>
              <a:p>
                <a:r>
                  <a:rPr lang="en-US"/>
                  <a:t>Then normalize the data between 0 to pi. </a:t>
                </a:r>
              </a:p>
              <a:p>
                <a:r>
                  <a:rPr lang="en-US"/>
                  <a:t>Then use these normalized values as rotation angles for each qubit. So, to encode 3 values, we need 3 qubits.  </a:t>
                </a:r>
              </a:p>
              <a:p>
                <a:endParaRPr lang="en-US"/>
              </a:p>
              <a:p>
                <a:r>
                  <a:rPr lang="en-US"/>
                  <a:t>The second method is amplitude encoding, where normalized feature values are embedded directly into the amplitudes of a quantum state.</a:t>
                </a:r>
              </a:p>
              <a:p>
                <a:r>
                  <a:rPr lang="en-US"/>
                  <a:t>An </a:t>
                </a:r>
                <a14:m>
                  <m:oMath xmlns:m="http://schemas.openxmlformats.org/officeDocument/2006/math">
                    <m:r>
                      <a:rPr lang="en-US" sz="1200" i="1" kern="1200">
                        <a:solidFill>
                          <a:schemeClr val="tx1"/>
                        </a:solidFill>
                        <a:latin typeface="Cambria Math" panose="02040503050406030204" pitchFamily="18" charset="0"/>
                        <a:ea typeface="+mn-ea"/>
                        <a:cs typeface="+mn-cs"/>
                      </a:rPr>
                      <m:t>𝑁</m:t>
                    </m:r>
                  </m:oMath>
                </a14:m>
                <a:r>
                  <a:rPr lang="en-US"/>
                  <a:t>-qubit system can represent </a:t>
                </a:r>
                <a14:m>
                  <m:oMath xmlns:m="http://schemas.openxmlformats.org/officeDocument/2006/math">
                    <m:sSup>
                      <m:sSupPr>
                        <m:ctrlPr>
                          <a:rPr lang="ar-AE" sz="1200" i="1" kern="1200">
                            <a:solidFill>
                              <a:schemeClr val="tx1"/>
                            </a:solidFill>
                            <a:latin typeface="Cambria Math" panose="02040503050406030204" pitchFamily="18" charset="0"/>
                            <a:ea typeface="+mn-ea"/>
                            <a:cs typeface="+mn-cs"/>
                          </a:rPr>
                        </m:ctrlPr>
                      </m:sSupPr>
                      <m:e>
                        <m:r>
                          <a:rPr lang="ar-AE" sz="1200" kern="1200">
                            <a:solidFill>
                              <a:schemeClr val="tx1"/>
                            </a:solidFill>
                            <a:latin typeface="Cambria Math" panose="02040503050406030204" pitchFamily="18" charset="0"/>
                            <a:ea typeface="+mn-ea"/>
                            <a:cs typeface="+mn-cs"/>
                          </a:rPr>
                          <m:t>2</m:t>
                        </m:r>
                      </m:e>
                      <m:sup>
                        <m:r>
                          <a:rPr lang="ar-AE" sz="1200" i="1" kern="1200">
                            <a:solidFill>
                              <a:schemeClr val="tx1"/>
                            </a:solidFill>
                            <a:latin typeface="Cambria Math" panose="02040503050406030204" pitchFamily="18" charset="0"/>
                            <a:ea typeface="+mn-ea"/>
                            <a:cs typeface="+mn-cs"/>
                          </a:rPr>
                          <m:t>𝑁</m:t>
                        </m:r>
                      </m:sup>
                    </m:sSup>
                  </m:oMath>
                </a14:m>
                <a:r>
                  <a:rPr lang="en-US"/>
                  <a:t>amplitudes.</a:t>
                </a:r>
                <a:br>
                  <a:rPr lang="en-US"/>
                </a:br>
                <a:r>
                  <a:rPr lang="en-US"/>
                  <a:t>So, to encode 3 values, we need at least 2 qubits, and we pad the remaining amplitude with zero.</a:t>
                </a:r>
              </a:p>
              <a:p>
                <a:r>
                  <a:rPr lang="en-US"/>
                  <a:t>Then we normalize the vector so that its norm becomes 1, and this produces the final amplitude-encoded quantum state.”</a:t>
                </a:r>
              </a:p>
              <a:p>
                <a:endParaRPr lang="en-US"/>
              </a:p>
              <a:p>
                <a:r>
                  <a:rPr lang="en-US"/>
                  <a:t>A key point is that the encoding strategy fundamentally impacts both the model capability and its security properties.</a:t>
                </a:r>
                <a:br>
                  <a:rPr lang="en-US"/>
                </a:br>
                <a:endParaRPr lang="en-US"/>
              </a:p>
            </p:txBody>
          </p:sp>
        </mc:Choice>
        <mc:Fallback>
          <p:sp>
            <p:nvSpPr>
              <p:cNvPr id="3" name="Notes Placeholder 2">
                <a:extLst>
                  <a:ext uri="{FF2B5EF4-FFF2-40B4-BE49-F238E27FC236}">
                    <a16:creationId xmlns:a16="http://schemas.microsoft.com/office/drawing/2014/main" id="{00D24F55-28B3-66D8-19E5-94FAEA4FD775}"/>
                  </a:ext>
                </a:extLst>
              </p:cNvPr>
              <p:cNvSpPr>
                <a:spLocks noGrp="1"/>
              </p:cNvSpPr>
              <p:nvPr>
                <p:ph type="body" idx="1"/>
              </p:nvPr>
            </p:nvSpPr>
            <p:spPr/>
            <p:txBody>
              <a:bodyPr/>
              <a:lstStyle/>
              <a:p>
                <a:r>
                  <a:rPr lang="en-US"/>
                  <a:t>#Slide 2: 2 min</a:t>
                </a:r>
              </a:p>
              <a:p>
                <a:r>
                  <a:rPr lang="en-US"/>
                  <a:t>------------------------------</a:t>
                </a:r>
              </a:p>
              <a:p>
                <a:endParaRPr lang="en-US"/>
              </a:p>
              <a:p>
                <a:endParaRPr lang="en-US"/>
              </a:p>
              <a:p>
                <a:r>
                  <a:rPr lang="en-US"/>
                  <a:t>Before discussing robustness, let me briefly explain how a hybrid QML model works.</a:t>
                </a:r>
              </a:p>
              <a:p>
                <a:endParaRPr lang="en-US"/>
              </a:p>
              <a:p>
                <a:r>
                  <a:rPr lang="en-US"/>
                  <a:t>First, we take classical data and then we take qubits. Then we use some encoding technique to encode the classical data into qubits. Then the encoded quantum states get processed through parameterized quantum circuit or (PQC) which can be compared to neural networks. Then we measure the quantum states and it collapse to classical outputs. We send the classical outputs to classical optimizer for training. The optimizer send the updated parameter values to the PQC and the cycle repeats till the final measurement.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r>
                  <a:rPr lang="en-US"/>
                  <a:t>For our work, we experimented with two most commonly used encoding methods. </a:t>
                </a:r>
              </a:p>
              <a:p>
                <a:endParaRPr lang="en-US"/>
              </a:p>
              <a:p>
                <a:r>
                  <a:rPr lang="en-US"/>
                  <a:t>First one is </a:t>
                </a:r>
                <a:r>
                  <a:rPr lang="en-US" b="1"/>
                  <a:t>angle encoding, </a:t>
                </a:r>
                <a:r>
                  <a:rPr lang="en-US"/>
                  <a:t>where features are mapped to rotation angles. </a:t>
                </a:r>
              </a:p>
              <a:p>
                <a:r>
                  <a:rPr lang="en-US"/>
                  <a:t>Suppose, we take this classical 3- dimensional vector V. </a:t>
                </a:r>
              </a:p>
              <a:p>
                <a:r>
                  <a:rPr lang="en-US"/>
                  <a:t>Then normalize the data between 0 to pi. </a:t>
                </a:r>
              </a:p>
              <a:p>
                <a:r>
                  <a:rPr lang="en-US"/>
                  <a:t>Then use these normalized values as rotation angles for each qubit. So, to encode 3 values, we need 3 qubits.  </a:t>
                </a:r>
              </a:p>
              <a:p>
                <a:endParaRPr lang="en-US"/>
              </a:p>
              <a:p>
                <a:r>
                  <a:rPr lang="en-US"/>
                  <a:t>The second method is amplitude encoding, where normalized feature values are embedded directly into the amplitudes of a quantum state.</a:t>
                </a:r>
              </a:p>
              <a:p>
                <a:r>
                  <a:rPr lang="en-US"/>
                  <a:t>An </a:t>
                </a:r>
                <a:r>
                  <a:rPr lang="en-US" sz="1200" i="0" kern="1200">
                    <a:solidFill>
                      <a:schemeClr val="tx1"/>
                    </a:solidFill>
                    <a:latin typeface="Cambria Math" panose="02040503050406030204" pitchFamily="18" charset="0"/>
                    <a:ea typeface="+mn-ea"/>
                    <a:cs typeface="+mn-cs"/>
                  </a:rPr>
                  <a:t>𝑁</a:t>
                </a:r>
                <a:r>
                  <a:rPr lang="en-US"/>
                  <a:t>-qubit system can represent </a:t>
                </a:r>
                <a:r>
                  <a:rPr lang="ar-AE" sz="1200" i="0" kern="1200">
                    <a:solidFill>
                      <a:schemeClr val="tx1"/>
                    </a:solidFill>
                    <a:latin typeface="Cambria Math" panose="02040503050406030204" pitchFamily="18" charset="0"/>
                    <a:ea typeface="+mn-ea"/>
                    <a:cs typeface="+mn-cs"/>
                  </a:rPr>
                  <a:t>2^𝑁</a:t>
                </a:r>
                <a:r>
                  <a:rPr lang="en-US"/>
                  <a:t>amplitudes.</a:t>
                </a:r>
                <a:br>
                  <a:rPr lang="en-US"/>
                </a:br>
                <a:r>
                  <a:rPr lang="en-US"/>
                  <a:t>So, to encode 3 values, we need at least 2 qubits, and we pad the remaining amplitude with zero.</a:t>
                </a:r>
              </a:p>
              <a:p>
                <a:r>
                  <a:rPr lang="en-US"/>
                  <a:t>Then we normalize the vector so that its norm becomes 1, and this produces the final amplitude-encoded quantum state.”</a:t>
                </a:r>
              </a:p>
              <a:p>
                <a:endParaRPr lang="en-US"/>
              </a:p>
              <a:p>
                <a:r>
                  <a:rPr lang="en-US"/>
                  <a:t>A key point is that the encoding strategy fundamentally impacts both the model capability and its security properties.</a:t>
                </a:r>
                <a:br>
                  <a:rPr lang="en-US"/>
                </a:br>
                <a:endParaRPr lang="en-US"/>
              </a:p>
            </p:txBody>
          </p:sp>
        </mc:Fallback>
      </mc:AlternateContent>
      <p:sp>
        <p:nvSpPr>
          <p:cNvPr id="4" name="Slide Number Placeholder 3">
            <a:extLst>
              <a:ext uri="{FF2B5EF4-FFF2-40B4-BE49-F238E27FC236}">
                <a16:creationId xmlns:a16="http://schemas.microsoft.com/office/drawing/2014/main" id="{95A37B2D-E44A-F7BA-E3B8-02348D83FB05}"/>
              </a:ext>
            </a:extLst>
          </p:cNvPr>
          <p:cNvSpPr>
            <a:spLocks noGrp="1"/>
          </p:cNvSpPr>
          <p:nvPr>
            <p:ph type="sldNum" sz="quarter" idx="5"/>
          </p:nvPr>
        </p:nvSpPr>
        <p:spPr/>
        <p:txBody>
          <a:bodyPr/>
          <a:lstStyle/>
          <a:p>
            <a:fld id="{24977DD3-66C0-43E3-AFA7-EA80416CBF2A}" type="slidenum">
              <a:rPr lang="en-US" smtClean="0"/>
              <a:t>2</a:t>
            </a:fld>
            <a:endParaRPr lang="en-US"/>
          </a:p>
        </p:txBody>
      </p:sp>
    </p:spTree>
    <p:extLst>
      <p:ext uri="{BB962C8B-B14F-4D97-AF65-F5344CB8AC3E}">
        <p14:creationId xmlns:p14="http://schemas.microsoft.com/office/powerpoint/2010/main" val="4065707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3D669-CAE0-C235-9380-7645552C9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A12AE-D40A-0642-C7C3-3D37E00284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693C4-CCEF-E21A-4603-6C983AAF936E}"/>
              </a:ext>
            </a:extLst>
          </p:cNvPr>
          <p:cNvSpPr>
            <a:spLocks noGrp="1"/>
          </p:cNvSpPr>
          <p:nvPr>
            <p:ph type="body" idx="1"/>
          </p:nvPr>
        </p:nvSpPr>
        <p:spPr/>
        <p:txBody>
          <a:bodyPr/>
          <a:lstStyle/>
          <a:p>
            <a:r>
              <a:rPr lang="en-US"/>
              <a:t>#Slide 3: 1 min</a:t>
            </a:r>
          </a:p>
          <a:p>
            <a:r>
              <a:rPr lang="en-US"/>
              <a:t>------------------------------</a:t>
            </a:r>
          </a:p>
          <a:p>
            <a:endParaRPr lang="en-US"/>
          </a:p>
          <a:p>
            <a:r>
              <a:rPr lang="en-US"/>
              <a:t>Now,</a:t>
            </a:r>
          </a:p>
          <a:p>
            <a:r>
              <a:rPr lang="en-US"/>
              <a:t>The QML systems introduce a unique hybrid attack surface. It inherits many traditional machine learning vulnerabilities such as poisoning, and backdoor attacks. And the quantum computing also introduces unique new risks.</a:t>
            </a:r>
          </a:p>
          <a:p>
            <a:endParaRPr lang="en-US"/>
          </a:p>
          <a:p>
            <a:r>
              <a:rPr lang="en-US"/>
              <a:t>Today’s quantum hardware is mostly accessed through cloud providers like IBM Quantum or Azure Quantum. That means users must deploy their models and data remotely, increasing exposure to cloud-based attacks.</a:t>
            </a:r>
          </a:p>
          <a:p>
            <a:endParaRPr lang="en-US"/>
          </a:p>
          <a:p>
            <a:r>
              <a:rPr lang="en-US"/>
              <a:t>Different encoding techniques and PQC depth introduces different vulnerabilities due to their unique fundamental properties.</a:t>
            </a:r>
          </a:p>
          <a:p>
            <a:endParaRPr lang="en-US"/>
          </a:p>
          <a:p>
            <a:r>
              <a:rPr lang="en-US"/>
              <a:t>Another issue is that current NISQ devices are noisy and multi-tenant. Attackers may exploit neighboring qubits or side channels to leak information.</a:t>
            </a:r>
          </a:p>
          <a:p>
            <a:endParaRPr lang="en-US"/>
          </a:p>
          <a:p>
            <a:r>
              <a:rPr lang="en-US"/>
              <a:t>So, our goal is to systematically analyze how encoding methods, circuit depth, and hardware noise affect adversarial robustness of QML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034CB647-6868-EA01-1FED-0DC176922849}"/>
              </a:ext>
            </a:extLst>
          </p:cNvPr>
          <p:cNvSpPr>
            <a:spLocks noGrp="1"/>
          </p:cNvSpPr>
          <p:nvPr>
            <p:ph type="sldNum" sz="quarter" idx="5"/>
          </p:nvPr>
        </p:nvSpPr>
        <p:spPr/>
        <p:txBody>
          <a:bodyPr/>
          <a:lstStyle/>
          <a:p>
            <a:fld id="{24977DD3-66C0-43E3-AFA7-EA80416CBF2A}" type="slidenum">
              <a:rPr lang="en-US" smtClean="0"/>
              <a:t>3</a:t>
            </a:fld>
            <a:endParaRPr lang="en-US"/>
          </a:p>
        </p:txBody>
      </p:sp>
    </p:spTree>
    <p:extLst>
      <p:ext uri="{BB962C8B-B14F-4D97-AF65-F5344CB8AC3E}">
        <p14:creationId xmlns:p14="http://schemas.microsoft.com/office/powerpoint/2010/main" val="988531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4: 50 sec</a:t>
            </a:r>
          </a:p>
          <a:p>
            <a:r>
              <a:rPr lang="en-US"/>
              <a:t>------------------------------</a:t>
            </a:r>
          </a:p>
          <a:p>
            <a:endParaRPr lang="en-US"/>
          </a:p>
          <a:p>
            <a:endParaRPr lang="en-US"/>
          </a:p>
          <a:p>
            <a:r>
              <a:rPr lang="en-US"/>
              <a:t>This slide presents the first major contribution of our paper — a taxonomy of attacks on Quantum Machine Learning systems.</a:t>
            </a:r>
          </a:p>
          <a:p>
            <a:endParaRPr lang="en-US"/>
          </a:p>
          <a:p>
            <a:r>
              <a:rPr lang="en-US"/>
              <a:t>We categorize attacks based on the attacker’s access level into black-box, gray-box, and white-box settings. This figure shows exactly where attacker need access  in the QML pipeline to deploy each attack. Suppose, for Black-box Model extraction attack, the attacker needs to be able to query the model and access the out-put. So, the attacker needs access here.---- that’s B1. We also categorize the attacks according to whether they target the training phase or the inference phase. </a:t>
            </a:r>
          </a:p>
          <a:p>
            <a:endParaRPr lang="en-US"/>
          </a:p>
          <a:p>
            <a:r>
              <a:rPr lang="en-US"/>
              <a:t>This taxonomy helps us systematically understand where vulnerabilities exist in the QML pipeline, and whether classical defenses are sufficient or quantum-specific defenses are needed for particular vulnerabilities.</a:t>
            </a:r>
          </a:p>
          <a:p>
            <a:endParaRPr lang="en-US"/>
          </a:p>
        </p:txBody>
      </p:sp>
      <p:sp>
        <p:nvSpPr>
          <p:cNvPr id="4" name="Slide Number Placeholder 3"/>
          <p:cNvSpPr>
            <a:spLocks noGrp="1"/>
          </p:cNvSpPr>
          <p:nvPr>
            <p:ph type="sldNum" sz="quarter" idx="5"/>
          </p:nvPr>
        </p:nvSpPr>
        <p:spPr/>
        <p:txBody>
          <a:bodyPr/>
          <a:lstStyle/>
          <a:p>
            <a:fld id="{24977DD3-66C0-43E3-AFA7-EA80416CBF2A}" type="slidenum">
              <a:rPr lang="en-US" smtClean="0"/>
              <a:t>4</a:t>
            </a:fld>
            <a:endParaRPr lang="en-US"/>
          </a:p>
        </p:txBody>
      </p:sp>
    </p:spTree>
    <p:extLst>
      <p:ext uri="{BB962C8B-B14F-4D97-AF65-F5344CB8AC3E}">
        <p14:creationId xmlns:p14="http://schemas.microsoft.com/office/powerpoint/2010/main" val="1629052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5:  1 min 20 sec</a:t>
            </a:r>
          </a:p>
          <a:p>
            <a:r>
              <a:rPr lang="en-US"/>
              <a:t>------------------------------</a:t>
            </a:r>
          </a:p>
          <a:p>
            <a:endParaRPr lang="en-US"/>
          </a:p>
          <a:p>
            <a:r>
              <a:rPr lang="en-US"/>
              <a:t>After categorizing the attacks, we selected representative attacks from different categories to evaluate how QML models behave under adversarial settings.</a:t>
            </a:r>
          </a:p>
          <a:p>
            <a:endParaRPr lang="en-US"/>
          </a:p>
          <a:p>
            <a:r>
              <a:rPr lang="en-US"/>
              <a:t>We used PQCs with depths of 2, 5, 10, and 50 layers using both angle and amplitude encoding.</a:t>
            </a:r>
          </a:p>
          <a:p>
            <a:endParaRPr lang="en-US"/>
          </a:p>
          <a:p>
            <a:r>
              <a:rPr lang="en-US"/>
              <a:t>Experiments were conducted on two datasets from different domains: the </a:t>
            </a:r>
            <a:r>
              <a:rPr lang="en-US" err="1"/>
              <a:t>AndroZoo</a:t>
            </a:r>
            <a:r>
              <a:rPr lang="en-US"/>
              <a:t> malware dataset and the MNIST image dataset, under both noiseless and noisy environments.</a:t>
            </a:r>
          </a:p>
          <a:p>
            <a:endParaRPr lang="en-US"/>
          </a:p>
          <a:p>
            <a:r>
              <a:rPr lang="en-US"/>
              <a:t>One key observation is that amplitude-encoded models improve as circuit depth increases and can approach classical ML performance in noiseless settings.</a:t>
            </a:r>
          </a:p>
          <a:p>
            <a:endParaRPr lang="en-US"/>
          </a:p>
          <a:p>
            <a:r>
              <a:rPr lang="en-US"/>
              <a:t>However, for angle encoding, performance improves only up to a moderate depth and then starts decreasing for very deep circuits.</a:t>
            </a:r>
          </a:p>
          <a:p>
            <a:endParaRPr lang="en-US"/>
          </a:p>
          <a:p>
            <a:r>
              <a:rPr lang="en-US"/>
              <a:t>Under noisy conditions, all models degrade, but shallow angle-encoded models show relatively better resilience.”</a:t>
            </a:r>
          </a:p>
          <a:p>
            <a:endParaRPr lang="en-US"/>
          </a:p>
          <a:p>
            <a:endParaRPr lang="en-US"/>
          </a:p>
        </p:txBody>
      </p:sp>
      <p:sp>
        <p:nvSpPr>
          <p:cNvPr id="4" name="Slide Number Placeholder 3"/>
          <p:cNvSpPr>
            <a:spLocks noGrp="1"/>
          </p:cNvSpPr>
          <p:nvPr>
            <p:ph type="sldNum" sz="quarter" idx="5"/>
          </p:nvPr>
        </p:nvSpPr>
        <p:spPr/>
        <p:txBody>
          <a:bodyPr/>
          <a:lstStyle/>
          <a:p>
            <a:fld id="{24977DD3-66C0-43E3-AFA7-EA80416CBF2A}" type="slidenum">
              <a:rPr lang="en-US" smtClean="0"/>
              <a:t>5</a:t>
            </a:fld>
            <a:endParaRPr lang="en-US"/>
          </a:p>
        </p:txBody>
      </p:sp>
    </p:spTree>
    <p:extLst>
      <p:ext uri="{BB962C8B-B14F-4D97-AF65-F5344CB8AC3E}">
        <p14:creationId xmlns:p14="http://schemas.microsoft.com/office/powerpoint/2010/main" val="410482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8456A-4AB1-247B-BD13-7267DF718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CFCE5-D4DE-3F5E-B5BD-FC8F1AD81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35024-1147-86A3-B141-F6BA8098AEF4}"/>
              </a:ext>
            </a:extLst>
          </p:cNvPr>
          <p:cNvSpPr>
            <a:spLocks noGrp="1"/>
          </p:cNvSpPr>
          <p:nvPr>
            <p:ph type="body" idx="1"/>
          </p:nvPr>
        </p:nvSpPr>
        <p:spPr/>
        <p:txBody>
          <a:bodyPr/>
          <a:lstStyle/>
          <a:p>
            <a:r>
              <a:rPr lang="en-US"/>
              <a:t>#Slide 6: 1 min 20 sec</a:t>
            </a:r>
          </a:p>
          <a:p>
            <a:r>
              <a:rPr lang="en-US"/>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r>
              <a:rPr lang="en-US"/>
              <a:t>We started with a simple black-box attack. Which is 50% random label flipping.</a:t>
            </a:r>
          </a:p>
          <a:p>
            <a:endParaRPr lang="en-US"/>
          </a:p>
          <a:p>
            <a:r>
              <a:rPr lang="en-US"/>
              <a:t>To measure robustness, we used the accuracy ratio metric, which compares the model accuracy under attack with the baseline accuracy.</a:t>
            </a:r>
          </a:p>
          <a:p>
            <a:endParaRPr lang="en-US"/>
          </a:p>
          <a:p>
            <a:r>
              <a:rPr lang="en-US"/>
              <a:t>We observed that QML models appear more robust than classical models against this attack, although this actually come from their already lower baseline accuracy, not from true robustness against the attack.</a:t>
            </a:r>
          </a:p>
          <a:p>
            <a:endParaRPr lang="en-US"/>
          </a:p>
          <a:p>
            <a:endParaRPr lang="en-US"/>
          </a:p>
          <a:p>
            <a:r>
              <a:rPr lang="en-US"/>
              <a:t>Next, we evaluated QUID, which is a more aggressive quantum-specific poisoning attack.</a:t>
            </a:r>
          </a:p>
          <a:p>
            <a:endParaRPr lang="en-US"/>
          </a:p>
          <a:p>
            <a:r>
              <a:rPr lang="en-US"/>
              <a:t>Unlike random label flipping, QUID first performs quantum encoding, then manipulates samples in Hilbert space by assigning them to maximally distant class prototypes.</a:t>
            </a:r>
          </a:p>
          <a:p>
            <a:endParaRPr lang="en-US"/>
          </a:p>
          <a:p>
            <a:r>
              <a:rPr lang="en-US"/>
              <a:t>From the results, amplitude-encoded models were more vulnerable, while angle-encoded models showed better resilience, especially at low poison ratios.</a:t>
            </a:r>
          </a:p>
          <a:p>
            <a:endParaRPr lang="en-US"/>
          </a:p>
          <a:p>
            <a:r>
              <a:rPr lang="en-US"/>
              <a:t>Interestingly, under noisy conditions, attack success decreases overall because quantum noise disrupts the Hilbert space structure thus weakens the attack signal.</a:t>
            </a:r>
          </a:p>
          <a:p>
            <a:endParaRPr lang="en-US"/>
          </a:p>
          <a:p>
            <a:endParaRPr lang="en-US"/>
          </a:p>
        </p:txBody>
      </p:sp>
      <p:sp>
        <p:nvSpPr>
          <p:cNvPr id="4" name="Slide Number Placeholder 3">
            <a:extLst>
              <a:ext uri="{FF2B5EF4-FFF2-40B4-BE49-F238E27FC236}">
                <a16:creationId xmlns:a16="http://schemas.microsoft.com/office/drawing/2014/main" id="{0E92349D-8D00-F32B-3C16-1079BA87FA03}"/>
              </a:ext>
            </a:extLst>
          </p:cNvPr>
          <p:cNvSpPr>
            <a:spLocks noGrp="1"/>
          </p:cNvSpPr>
          <p:nvPr>
            <p:ph type="sldNum" sz="quarter" idx="5"/>
          </p:nvPr>
        </p:nvSpPr>
        <p:spPr/>
        <p:txBody>
          <a:bodyPr/>
          <a:lstStyle/>
          <a:p>
            <a:fld id="{24977DD3-66C0-43E3-AFA7-EA80416CBF2A}" type="slidenum">
              <a:rPr lang="en-US" smtClean="0"/>
              <a:t>6</a:t>
            </a:fld>
            <a:endParaRPr lang="en-US"/>
          </a:p>
        </p:txBody>
      </p:sp>
    </p:spTree>
    <p:extLst>
      <p:ext uri="{BB962C8B-B14F-4D97-AF65-F5344CB8AC3E}">
        <p14:creationId xmlns:p14="http://schemas.microsoft.com/office/powerpoint/2010/main" val="1700865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CB5E3-9086-9F49-30A4-07A05CC53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90EBA-43D6-ACD5-A860-63A524E8F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2166F-1334-2D15-B744-35FF9E1F21EE}"/>
              </a:ext>
            </a:extLst>
          </p:cNvPr>
          <p:cNvSpPr>
            <a:spLocks noGrp="1"/>
          </p:cNvSpPr>
          <p:nvPr>
            <p:ph type="body" idx="1"/>
          </p:nvPr>
        </p:nvSpPr>
        <p:spPr/>
        <p:txBody>
          <a:bodyPr/>
          <a:lstStyle/>
          <a:p>
            <a:r>
              <a:rPr lang="en-US"/>
              <a:t>#Slide 7: 1 min</a:t>
            </a:r>
          </a:p>
          <a:p>
            <a:r>
              <a:rPr lang="en-US"/>
              <a:t>------------------------------</a:t>
            </a:r>
          </a:p>
          <a:p>
            <a:endParaRPr lang="en-US"/>
          </a:p>
          <a:p>
            <a:r>
              <a:rPr lang="en-US"/>
              <a:t>Next, we evaluated two types of backdoor attacks.</a:t>
            </a:r>
          </a:p>
          <a:p>
            <a:endParaRPr lang="en-US"/>
          </a:p>
          <a:p>
            <a:r>
              <a:rPr lang="en-US"/>
              <a:t>The first is </a:t>
            </a:r>
            <a:r>
              <a:rPr lang="en-US" err="1"/>
              <a:t>Qtrojan</a:t>
            </a:r>
            <a:r>
              <a:rPr lang="en-US"/>
              <a:t>, a white-box attack where malicious backdoor gates are inserted before and after the encoding stage. </a:t>
            </a:r>
          </a:p>
          <a:p>
            <a:r>
              <a:rPr lang="en-US"/>
              <a:t>This attack is specific to angle encoding, cause the backdoor gates use rotation angles to deploy the attack. </a:t>
            </a:r>
          </a:p>
          <a:p>
            <a:r>
              <a:rPr lang="en-US"/>
              <a:t>The attack is highly stealthy when the backdoor is off. </a:t>
            </a:r>
          </a:p>
          <a:p>
            <a:r>
              <a:rPr lang="en-US"/>
              <a:t>However, while it works well for binary classification, the attack success rate drops significantly for multiclass settings.</a:t>
            </a:r>
          </a:p>
          <a:p>
            <a:endParaRPr lang="en-US"/>
          </a:p>
          <a:p>
            <a:endParaRPr lang="en-US"/>
          </a:p>
          <a:p>
            <a:r>
              <a:rPr lang="en-US"/>
              <a:t>We also evaluated the attack by Huang et al., where attackers generate universal triggers using a proxy model and insert them into poisoned training samples.</a:t>
            </a:r>
          </a:p>
          <a:p>
            <a:r>
              <a:rPr lang="en-US"/>
              <a:t>Our results show that amplitude-encoded models are much more vulnerable than angle-encoded models.</a:t>
            </a:r>
          </a:p>
          <a:p>
            <a:r>
              <a:rPr lang="en-US"/>
              <a:t>Unlike the QUID attack, Noise doesn’t provide any defense here because the triggers are embedded in the trained model weights which doesn’t change even if the Hilbert space structure is disturbed.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a:p>
            <a:endParaRPr lang="en-US"/>
          </a:p>
        </p:txBody>
      </p:sp>
      <p:sp>
        <p:nvSpPr>
          <p:cNvPr id="4" name="Slide Number Placeholder 3">
            <a:extLst>
              <a:ext uri="{FF2B5EF4-FFF2-40B4-BE49-F238E27FC236}">
                <a16:creationId xmlns:a16="http://schemas.microsoft.com/office/drawing/2014/main" id="{3F7E6AC0-D616-69D8-415D-311FFCBECE94}"/>
              </a:ext>
            </a:extLst>
          </p:cNvPr>
          <p:cNvSpPr>
            <a:spLocks noGrp="1"/>
          </p:cNvSpPr>
          <p:nvPr>
            <p:ph type="sldNum" sz="quarter" idx="5"/>
          </p:nvPr>
        </p:nvSpPr>
        <p:spPr/>
        <p:txBody>
          <a:bodyPr/>
          <a:lstStyle/>
          <a:p>
            <a:fld id="{24977DD3-66C0-43E3-AFA7-EA80416CBF2A}" type="slidenum">
              <a:rPr lang="en-US" smtClean="0"/>
              <a:t>7</a:t>
            </a:fld>
            <a:endParaRPr lang="en-US"/>
          </a:p>
        </p:txBody>
      </p:sp>
    </p:spTree>
    <p:extLst>
      <p:ext uri="{BB962C8B-B14F-4D97-AF65-F5344CB8AC3E}">
        <p14:creationId xmlns:p14="http://schemas.microsoft.com/office/powerpoint/2010/main" val="3839539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B983F-9411-CED2-9E95-4F3ADC629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EF0A7-BF65-31F5-693E-0ED4BA7FD2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5D9EF-84DA-8ADD-2F1A-B6C908F65F33}"/>
              </a:ext>
            </a:extLst>
          </p:cNvPr>
          <p:cNvSpPr>
            <a:spLocks noGrp="1"/>
          </p:cNvSpPr>
          <p:nvPr>
            <p:ph type="body" idx="1"/>
          </p:nvPr>
        </p:nvSpPr>
        <p:spPr/>
        <p:txBody>
          <a:bodyPr/>
          <a:lstStyle/>
          <a:p>
            <a:r>
              <a:rPr lang="en-US"/>
              <a:t>#Slide 8: 50 sec</a:t>
            </a:r>
          </a:p>
          <a:p>
            <a:r>
              <a:rPr lang="en-US"/>
              <a:t>------------------------------</a:t>
            </a:r>
          </a:p>
          <a:p>
            <a:endParaRPr lang="en-US"/>
          </a:p>
          <a:p>
            <a:endParaRPr lang="en-US"/>
          </a:p>
          <a:p>
            <a:r>
              <a:rPr lang="en-US"/>
              <a:t>So, our final takeaways are the following.</a:t>
            </a:r>
          </a:p>
          <a:p>
            <a:endParaRPr lang="en-US"/>
          </a:p>
          <a:p>
            <a:r>
              <a:rPr lang="en-US"/>
              <a:t>First, amplitude encoding with deeper circuits provides the best performance under ideal noiseless conditions.</a:t>
            </a:r>
          </a:p>
          <a:p>
            <a:endParaRPr lang="en-US"/>
          </a:p>
          <a:p>
            <a:r>
              <a:rPr lang="en-US"/>
              <a:t>However, angle-encoded models are generally more robust against most types of adversarial attacks.</a:t>
            </a:r>
          </a:p>
          <a:p>
            <a:endParaRPr lang="en-US"/>
          </a:p>
          <a:p>
            <a:r>
              <a:rPr lang="en-US"/>
              <a:t>We also observed that quantum noise can sometimes act as a passive defense mechanism by weakening certain attacks.</a:t>
            </a:r>
          </a:p>
          <a:p>
            <a:endParaRPr lang="en-US"/>
          </a:p>
          <a:p>
            <a:r>
              <a:rPr lang="en-US"/>
              <a:t>And finally, for current NISQ-era quantum devices, shallow angle-encoded models appear to be the most optimal and secure choice.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a:p>
            <a:endParaRPr lang="en-US"/>
          </a:p>
        </p:txBody>
      </p:sp>
      <p:sp>
        <p:nvSpPr>
          <p:cNvPr id="4" name="Slide Number Placeholder 3">
            <a:extLst>
              <a:ext uri="{FF2B5EF4-FFF2-40B4-BE49-F238E27FC236}">
                <a16:creationId xmlns:a16="http://schemas.microsoft.com/office/drawing/2014/main" id="{19FE2222-255E-EFFA-1187-527A17074D07}"/>
              </a:ext>
            </a:extLst>
          </p:cNvPr>
          <p:cNvSpPr>
            <a:spLocks noGrp="1"/>
          </p:cNvSpPr>
          <p:nvPr>
            <p:ph type="sldNum" sz="quarter" idx="5"/>
          </p:nvPr>
        </p:nvSpPr>
        <p:spPr/>
        <p:txBody>
          <a:bodyPr/>
          <a:lstStyle/>
          <a:p>
            <a:fld id="{24977DD3-66C0-43E3-AFA7-EA80416CBF2A}" type="slidenum">
              <a:rPr lang="en-US" smtClean="0"/>
              <a:t>8</a:t>
            </a:fld>
            <a:endParaRPr lang="en-US"/>
          </a:p>
        </p:txBody>
      </p:sp>
    </p:spTree>
    <p:extLst>
      <p:ext uri="{BB962C8B-B14F-4D97-AF65-F5344CB8AC3E}">
        <p14:creationId xmlns:p14="http://schemas.microsoft.com/office/powerpoint/2010/main" val="4086440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10: 30 sec</a:t>
            </a:r>
          </a:p>
          <a:p>
            <a:r>
              <a:rPr lang="en-US"/>
              <a:t>------------------------------</a:t>
            </a:r>
          </a:p>
          <a:p>
            <a:r>
              <a:rPr lang="en-US"/>
              <a:t>We have several additional experiments and analyses that we could not include today due to time limitations.</a:t>
            </a:r>
          </a:p>
          <a:p>
            <a:endParaRPr lang="en-US"/>
          </a:p>
          <a:p>
            <a:r>
              <a:rPr lang="en-US"/>
              <a:t>Based on our taxonomy and experimental findings, we also propose guidelines for designing secure and robust QML systems.</a:t>
            </a:r>
          </a:p>
          <a:p>
            <a:endParaRPr lang="en-US"/>
          </a:p>
          <a:p>
            <a:r>
              <a:rPr lang="en-US"/>
              <a:t>We discuss these in much more detail in our poster and project webpage, so please feel free to visit them.</a:t>
            </a:r>
          </a:p>
          <a:p>
            <a:endParaRPr lang="en-US"/>
          </a:p>
          <a:p>
            <a:r>
              <a:rPr lang="en-US"/>
              <a:t>And thank you very much for your time.</a:t>
            </a:r>
          </a:p>
          <a:p>
            <a:endParaRPr lang="en-US"/>
          </a:p>
        </p:txBody>
      </p:sp>
      <p:sp>
        <p:nvSpPr>
          <p:cNvPr id="4" name="Slide Number Placeholder 3"/>
          <p:cNvSpPr>
            <a:spLocks noGrp="1"/>
          </p:cNvSpPr>
          <p:nvPr>
            <p:ph type="sldNum" sz="quarter" idx="5"/>
          </p:nvPr>
        </p:nvSpPr>
        <p:spPr/>
        <p:txBody>
          <a:bodyPr/>
          <a:lstStyle/>
          <a:p>
            <a:fld id="{24977DD3-66C0-43E3-AFA7-EA80416CBF2A}" type="slidenum">
              <a:rPr lang="en-US" smtClean="0"/>
              <a:t>9</a:t>
            </a:fld>
            <a:endParaRPr lang="en-US"/>
          </a:p>
        </p:txBody>
      </p:sp>
    </p:spTree>
    <p:extLst>
      <p:ext uri="{BB962C8B-B14F-4D97-AF65-F5344CB8AC3E}">
        <p14:creationId xmlns:p14="http://schemas.microsoft.com/office/powerpoint/2010/main" val="1518749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E446-5274-6170-39EE-292A329E38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2B40E-1518-5C8B-D92A-29817BA4E7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C7BED0-B7A8-1E1C-267D-8DBF848FCF7E}"/>
              </a:ext>
            </a:extLst>
          </p:cNvPr>
          <p:cNvSpPr>
            <a:spLocks noGrp="1"/>
          </p:cNvSpPr>
          <p:nvPr>
            <p:ph type="body" idx="1"/>
          </p:nvPr>
        </p:nvSpPr>
        <p:spPr/>
        <p:txBody>
          <a:bodyPr/>
          <a:lstStyle/>
          <a:p>
            <a:r>
              <a:rPr lang="en-US"/>
              <a:t>Before discussing security, let me briefly explain how a hybrid QML model works.</a:t>
            </a:r>
          </a:p>
          <a:p>
            <a:endParaRPr lang="en-US"/>
          </a:p>
          <a:p>
            <a:r>
              <a:rPr lang="en-US"/>
              <a:t>Classical data first needs to be encoded into quantum states. Two common encoding methods are shown here:</a:t>
            </a:r>
          </a:p>
          <a:p>
            <a:endParaRPr lang="en-US"/>
          </a:p>
          <a:p>
            <a:r>
              <a:rPr lang="en-US" b="1"/>
              <a:t>Angle encoding</a:t>
            </a:r>
            <a:r>
              <a:rPr lang="en-US"/>
              <a:t>, where features are mapped to rotation angles. </a:t>
            </a:r>
          </a:p>
          <a:p>
            <a:r>
              <a:rPr lang="en-US" b="1"/>
              <a:t>Amplitude encoding</a:t>
            </a:r>
            <a:r>
              <a:rPr lang="en-US"/>
              <a:t>, where the normalized feature vector is embedded into quantum amplitudes. </a:t>
            </a:r>
          </a:p>
          <a:p>
            <a:endParaRPr lang="en-US"/>
          </a:p>
          <a:p>
            <a:r>
              <a:rPr lang="en-US"/>
              <a:t>The encoded quantum state is processed through a parameterized quantum circuit, or PQC, and then measurements are sent back to a classical optimizer for training.</a:t>
            </a:r>
          </a:p>
          <a:p>
            <a:endParaRPr lang="en-US"/>
          </a:p>
          <a:p>
            <a:r>
              <a:rPr lang="en-US"/>
              <a:t>A key point is that the encoding strategy fundamentally changes both the model capability and its security properties.</a:t>
            </a:r>
            <a:br>
              <a:rPr lang="en-US"/>
            </a:br>
            <a:r>
              <a:rPr lang="en-US"/>
              <a:t>That becomes one of the central findings of our work</a:t>
            </a:r>
          </a:p>
          <a:p>
            <a:endParaRPr lang="en-US"/>
          </a:p>
        </p:txBody>
      </p:sp>
      <p:sp>
        <p:nvSpPr>
          <p:cNvPr id="4" name="Slide Number Placeholder 3">
            <a:extLst>
              <a:ext uri="{FF2B5EF4-FFF2-40B4-BE49-F238E27FC236}">
                <a16:creationId xmlns:a16="http://schemas.microsoft.com/office/drawing/2014/main" id="{8ED6ADF2-8587-8650-901F-A666E2F84A51}"/>
              </a:ext>
            </a:extLst>
          </p:cNvPr>
          <p:cNvSpPr>
            <a:spLocks noGrp="1"/>
          </p:cNvSpPr>
          <p:nvPr>
            <p:ph type="sldNum" sz="quarter" idx="5"/>
          </p:nvPr>
        </p:nvSpPr>
        <p:spPr/>
        <p:txBody>
          <a:bodyPr/>
          <a:lstStyle/>
          <a:p>
            <a:fld id="{24977DD3-66C0-43E3-AFA7-EA80416CBF2A}" type="slidenum">
              <a:rPr lang="en-US" smtClean="0"/>
              <a:t>10</a:t>
            </a:fld>
            <a:endParaRPr lang="en-US"/>
          </a:p>
        </p:txBody>
      </p:sp>
    </p:spTree>
    <p:extLst>
      <p:ext uri="{BB962C8B-B14F-4D97-AF65-F5344CB8AC3E}">
        <p14:creationId xmlns:p14="http://schemas.microsoft.com/office/powerpoint/2010/main" val="1680405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95DDC-A852-3A3C-909F-4299EF4FF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FB7F9-8CA3-C040-313D-0E7DBC9E8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22F917-4B4E-4293-745D-9E70F23B3D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#Slide extra----------- 3 mins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----------On Blank Slide--------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When we say QML, the first question that naturally comes is – Why?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Why do we need QML? What are the advantages of QML over CML? And most importantly, if QML has advantages over CML, why is it not out-performing CML yet?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----------Intuition-------------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first thing is, quantum systems naturally live in a very high dimensional vector space called Hilbert Space.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--------Qubits----------------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Suppose, for one qubit, there are 2 dimensions.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For 2 qubits, there are 4 dimensions.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And for 300 qubits, the number of dimensions becomes larger than the number of atoms in the whole universe.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---------Hope----------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So, the hope is, when we embed classical data into quantum space, like feature mapping, difficult classical problems become simpler.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And, the entanglement property helps represent the correlation between features in a much better way that is extremely expensive for the classical systems to reproduce.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-----------Problem---------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But, the problem is, right now, QML is only limited to 8 to 20 qubits for NISQ era for practical reasons. Thus, when researchers build QML models, in most cases, they use huge dimensionality reduction which results in significant information loss. That is one of the major reasons why QML models do not yet perform as well as classical machine learning (CML) models yet.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a:p>
            <a:endParaRPr lang="en-US"/>
          </a:p>
        </p:txBody>
      </p:sp>
      <p:sp>
        <p:nvSpPr>
          <p:cNvPr id="4" name="Slide Number Placeholder 3">
            <a:extLst>
              <a:ext uri="{FF2B5EF4-FFF2-40B4-BE49-F238E27FC236}">
                <a16:creationId xmlns:a16="http://schemas.microsoft.com/office/drawing/2014/main" id="{0FB3CEAD-E313-91AB-579C-DB438D4F9629}"/>
              </a:ext>
            </a:extLst>
          </p:cNvPr>
          <p:cNvSpPr>
            <a:spLocks noGrp="1"/>
          </p:cNvSpPr>
          <p:nvPr>
            <p:ph type="sldNum" sz="quarter" idx="5"/>
          </p:nvPr>
        </p:nvSpPr>
        <p:spPr/>
        <p:txBody>
          <a:bodyPr/>
          <a:lstStyle/>
          <a:p>
            <a:fld id="{24977DD3-66C0-43E3-AFA7-EA80416CBF2A}" type="slidenum">
              <a:rPr lang="en-US" smtClean="0"/>
              <a:t>11</a:t>
            </a:fld>
            <a:endParaRPr lang="en-US"/>
          </a:p>
        </p:txBody>
      </p:sp>
    </p:spTree>
    <p:extLst>
      <p:ext uri="{BB962C8B-B14F-4D97-AF65-F5344CB8AC3E}">
        <p14:creationId xmlns:p14="http://schemas.microsoft.com/office/powerpoint/2010/main" val="6957153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4588E-BD88-132F-4D3A-961D946C1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F3924-B4E8-7DA0-B94D-11A75A728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57A60-F2B2-0D6D-D6DE-E9E7761451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Hybrid Attack Surface: QML inherits legacy vulnerabilities from Classical ML while introducing novel, poorly understood quantum-specific attack surfaces.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Cloud service: At todays world, we don’t have personal quantum computers. So, people use the cloud services for accessing quantum hardware remotely from different vendors like IBM quantum, Microsoft azure etc. which creates a huge additional attack surface as to use these services, users need to deploy there models and data to the cloud servers which can be an access point for the attackers. Even without that, as NISQ devices are not fault-t0lerant and multi-tenant, an attacker can deploy side-channel attacks very easily if they can just ensure to get control over the </a:t>
            </a:r>
            <a:r>
              <a:rPr lang="en-US" err="1"/>
              <a:t>neighbouring</a:t>
            </a:r>
            <a:r>
              <a:rPr lang="en-US"/>
              <a:t> qubits.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Encoding Dictates Vulnerability: </a:t>
            </a:r>
            <a:r>
              <a:rPr lang="en-US" err="1"/>
              <a:t>Fundemental</a:t>
            </a:r>
            <a:r>
              <a:rPr lang="en-US"/>
              <a:t> choice of data encoding dictates both the ceiling of computational performance and the adversarial fragility.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QML is a pretty new field which is still emerging. So, there are not many established norms yet. Most of the theorical studies and formal analysis type of studies come from physics community which don’t always align with the computer science community’s practical needs.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And within the </a:t>
            </a:r>
            <a:r>
              <a:rPr lang="en-US" err="1"/>
              <a:t>compter</a:t>
            </a:r>
            <a:r>
              <a:rPr lang="en-US"/>
              <a:t> science community, researchers use various encodings and circuit </a:t>
            </a:r>
            <a:r>
              <a:rPr lang="en-US" err="1"/>
              <a:t>arhitectures</a:t>
            </a:r>
            <a:r>
              <a:rPr lang="en-US"/>
              <a:t> mostly randomly or the deciding factor becomes the computational cost or resource constraint. So, we propose a systematic analysis for existing studies within a generalized structure where we can better understand the attack surfaces, we can better understand the benefits and limitations of different encoding schemes and thus can deploy better security measures against attacks.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a:p>
            <a:endParaRPr lang="en-US"/>
          </a:p>
        </p:txBody>
      </p:sp>
      <p:sp>
        <p:nvSpPr>
          <p:cNvPr id="4" name="Slide Number Placeholder 3">
            <a:extLst>
              <a:ext uri="{FF2B5EF4-FFF2-40B4-BE49-F238E27FC236}">
                <a16:creationId xmlns:a16="http://schemas.microsoft.com/office/drawing/2014/main" id="{AAC565B6-32FF-3CAD-D20F-DA4B33AA9C9D}"/>
              </a:ext>
            </a:extLst>
          </p:cNvPr>
          <p:cNvSpPr>
            <a:spLocks noGrp="1"/>
          </p:cNvSpPr>
          <p:nvPr>
            <p:ph type="sldNum" sz="quarter" idx="5"/>
          </p:nvPr>
        </p:nvSpPr>
        <p:spPr/>
        <p:txBody>
          <a:bodyPr/>
          <a:lstStyle/>
          <a:p>
            <a:fld id="{24977DD3-66C0-43E3-AFA7-EA80416CBF2A}" type="slidenum">
              <a:rPr lang="en-US" smtClean="0"/>
              <a:t>12</a:t>
            </a:fld>
            <a:endParaRPr lang="en-US"/>
          </a:p>
        </p:txBody>
      </p:sp>
    </p:spTree>
    <p:extLst>
      <p:ext uri="{BB962C8B-B14F-4D97-AF65-F5344CB8AC3E}">
        <p14:creationId xmlns:p14="http://schemas.microsoft.com/office/powerpoint/2010/main" val="1841223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0A2C0-6738-8473-9B4A-26D7ABF128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1465D4-AA87-133D-30A1-8C51205C3D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1A1C21-22B3-DC2B-054D-B8D1E072530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4B114A2-5FCF-3611-9E52-BE44647D69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BD7EE-26F1-A1DE-6444-0BE4F021601C}"/>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2815896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2DF7-6CB4-8A60-AD6B-5A9D1A69D6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F1C00F-6A08-D9B7-E7CE-60B06B48EC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AF9A6-815E-AE83-EE19-6A32AD08D4C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3229B01-0ECD-48C9-138E-D27EBB34AE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11AB5B-60EF-5909-34D4-2359389915E5}"/>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3389089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28A93-86F2-DAC7-5915-9B06396D20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93CE57-D257-4183-D023-C8DF21DC78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69DF62-722E-7BF8-18BB-E1D0F9AE331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148D491-8258-7E7F-59A6-D661829904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426D0-862A-911D-252F-9D96E729208E}"/>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871188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6E334-B5AD-FA83-BCB3-93518B4330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AEC9B7-25AD-F25A-E993-8DA4A4AE7A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7663F6-9B6F-639E-7D00-72A99D5F63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A67E50-1963-8DCC-88CC-ACE39C6C1F6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83C76F4-3E07-05A4-F8B6-1F89C9040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993DE9-B718-806A-F3DA-F13F3B7FC6DE}"/>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3114488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EB159-DB08-100B-5D76-C0D2085232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5C74E3-1C43-E084-195F-85403F419E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F62AA3-80DE-AAF6-81CB-1DBDD264BF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3B43BC-1B25-86E8-D4F7-8D7412AD83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054CA4-B7A2-4706-022A-441A2D09AF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076A99-15BB-4CDA-4A4D-3E0DEB8CA517}"/>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2E75C57A-F4E0-F454-DBE3-79DA8A87F5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5ADEB6-9BAB-32DB-B2AB-D168436D25A8}"/>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7465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3480A-1C4E-2F16-EF06-ADFDE4B7C3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3EF63A-4C26-F14B-09CB-10092E6E40B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36CF6E08-201D-867D-1592-A3D64BE088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BC1912-3E71-FB05-98D2-9EB6718317F3}"/>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1092401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09E8DE-E787-E64F-17AE-7CAA9A01351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8195FA5-F7A5-7C96-70D8-B7613B0A4D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F7B7BA-B92A-4C97-E3D9-A1DE7249F37C}"/>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14681352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7AEBE-1A2C-D05E-B116-1160734E093B}"/>
              </a:ext>
            </a:extLst>
          </p:cNvPr>
          <p:cNvSpPr>
            <a:spLocks noGrp="1"/>
          </p:cNvSpPr>
          <p:nvPr>
            <p:ph type="title"/>
          </p:nvPr>
        </p:nvSpPr>
        <p:spPr>
          <a:xfrm>
            <a:off x="65050" y="94008"/>
            <a:ext cx="12001611" cy="433179"/>
          </a:xfrm>
        </p:spPr>
        <p:txBody>
          <a:bodyPr/>
          <a:lstStyle>
            <a:lvl1pPr>
              <a:defRPr sz="3600"/>
            </a:lvl1pPr>
          </a:lstStyle>
          <a:p>
            <a:r>
              <a:rPr lang="en-US"/>
              <a:t>Click to edit Master title style</a:t>
            </a:r>
          </a:p>
        </p:txBody>
      </p:sp>
      <p:sp>
        <p:nvSpPr>
          <p:cNvPr id="5" name="Slide Number Placeholder 4">
            <a:extLst>
              <a:ext uri="{FF2B5EF4-FFF2-40B4-BE49-F238E27FC236}">
                <a16:creationId xmlns:a16="http://schemas.microsoft.com/office/drawing/2014/main" id="{94FFACA6-9EF7-F1DC-4ED7-08C11534761C}"/>
              </a:ext>
            </a:extLst>
          </p:cNvPr>
          <p:cNvSpPr>
            <a:spLocks noGrp="1"/>
          </p:cNvSpPr>
          <p:nvPr>
            <p:ph type="sldNum" sz="quarter" idx="12"/>
          </p:nvPr>
        </p:nvSpPr>
        <p:spPr>
          <a:xfrm>
            <a:off x="11839433" y="6492448"/>
            <a:ext cx="352567" cy="365125"/>
          </a:xfrm>
        </p:spPr>
        <p:txBody>
          <a:bodyPr/>
          <a:lstStyle>
            <a:lvl1pPr>
              <a:defRPr/>
            </a:lvl1pPr>
          </a:lstStyle>
          <a:p>
            <a:fld id="{B8661DC6-780D-41F1-B3E6-BAC31697093D}" type="slidenum">
              <a:rPr lang="en-US" smtClean="0"/>
              <a:pPr/>
              <a:t>‹#›</a:t>
            </a:fld>
            <a:endParaRPr lang="en-US"/>
          </a:p>
        </p:txBody>
      </p:sp>
      <p:cxnSp>
        <p:nvCxnSpPr>
          <p:cNvPr id="6" name="Straight Connector 5">
            <a:extLst>
              <a:ext uri="{FF2B5EF4-FFF2-40B4-BE49-F238E27FC236}">
                <a16:creationId xmlns:a16="http://schemas.microsoft.com/office/drawing/2014/main" id="{C7ED00BE-A172-6A96-2D4A-F83EFA8A6609}"/>
              </a:ext>
            </a:extLst>
          </p:cNvPr>
          <p:cNvCxnSpPr>
            <a:cxnSpLocks/>
          </p:cNvCxnSpPr>
          <p:nvPr userDrawn="1"/>
        </p:nvCxnSpPr>
        <p:spPr>
          <a:xfrm>
            <a:off x="0" y="561371"/>
            <a:ext cx="10558130" cy="0"/>
          </a:xfrm>
          <a:prstGeom prst="line">
            <a:avLst/>
          </a:prstGeom>
          <a:ln w="38100" cap="flat">
            <a:solidFill>
              <a:schemeClr val="accent2">
                <a:alpha val="89000"/>
              </a:schemeClr>
            </a:solidFill>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93734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FBC84-B5F8-5A0F-CBFD-7F54B694D8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1C67DE-5D20-5BB6-1754-13D728E697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845BC3-7DA9-6138-3E9B-7465C5A35D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B56072-9D37-87C9-9E6D-B9FA84A6F32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0DB3CA19-E4E4-8522-6537-6D11E05D18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DFC1E8-6585-72DB-E262-A31D32AA71EB}"/>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2854182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14297-609A-B665-7C97-E67DBA1795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C192BE-F21C-F783-A86F-3FA5D92419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58ACF0-655F-C0B8-6FC0-E6BCAF085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6A9416-6625-1F26-23FE-EA7AD4CFDF1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BA7193C-6AEA-2EA1-74B7-230B8898E1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5DDCCB-7CE3-FBE2-31AE-F812CBD9D93B}"/>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500435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F8AF2-AC3F-0EE4-F916-B6648E5C5F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8A83AD-19ED-938A-8BC8-48313517ED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32A84-D1A4-6537-B948-A4347CE86F4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087A049-3A93-1573-7EC4-8A30E2DF1B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EDE2E9-C20F-8F3E-3846-132131EA1B9A}"/>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1345280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AEE6D4-74AD-A4AA-474E-C0A6D96427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587FFF-4F9C-42F1-CABA-B97E1F0C99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DD1D1-B258-4CF3-3D75-C1C0F05940E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BF17EA8-C14B-13A4-7D26-F42114825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B9241E-482B-D506-E837-D6474A6B93D4}"/>
              </a:ext>
            </a:extLst>
          </p:cNvPr>
          <p:cNvSpPr>
            <a:spLocks noGrp="1"/>
          </p:cNvSpPr>
          <p:nvPr>
            <p:ph type="sldNum" sz="quarter" idx="12"/>
          </p:nvPr>
        </p:nvSpPr>
        <p:spPr/>
        <p:txBody>
          <a:bodyPr/>
          <a:lstStyle/>
          <a:p>
            <a:fld id="{85CE5320-3271-4B8D-BD80-A1F74602E00B}" type="slidenum">
              <a:rPr lang="en-US" smtClean="0"/>
              <a:t>‹#›</a:t>
            </a:fld>
            <a:endParaRPr lang="en-US"/>
          </a:p>
        </p:txBody>
      </p:sp>
    </p:spTree>
    <p:extLst>
      <p:ext uri="{BB962C8B-B14F-4D97-AF65-F5344CB8AC3E}">
        <p14:creationId xmlns:p14="http://schemas.microsoft.com/office/powerpoint/2010/main" val="2772433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730947-07F0-7E0C-8941-A77582B3D7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316507-D39A-63EB-2FE9-524CD05AD1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BEA8D1-F329-B07A-CBD2-8B5431AF8D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71EF6219-8CFF-769C-2959-1D22A2EFB8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4A49FD-19C0-4E98-ADD5-EE64186A6CCE}"/>
              </a:ext>
            </a:extLst>
          </p:cNvPr>
          <p:cNvSpPr>
            <a:spLocks noGrp="1"/>
          </p:cNvSpPr>
          <p:nvPr>
            <p:ph type="sldNum" sz="quarter" idx="4"/>
          </p:nvPr>
        </p:nvSpPr>
        <p:spPr>
          <a:xfrm>
            <a:off x="8610600" y="632417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CE5320-3271-4B8D-BD80-A1F74602E00B}" type="slidenum">
              <a:rPr lang="en-US" smtClean="0"/>
              <a:t>‹#›</a:t>
            </a:fld>
            <a:endParaRPr lang="en-US"/>
          </a:p>
        </p:txBody>
      </p:sp>
    </p:spTree>
    <p:extLst>
      <p:ext uri="{BB962C8B-B14F-4D97-AF65-F5344CB8AC3E}">
        <p14:creationId xmlns:p14="http://schemas.microsoft.com/office/powerpoint/2010/main" val="1376198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gif"/><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sv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4.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8.jpe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52.png"/><Relationship Id="rId18" Type="http://schemas.openxmlformats.org/officeDocument/2006/relationships/image" Target="../media/image14.png"/><Relationship Id="rId3" Type="http://schemas.openxmlformats.org/officeDocument/2006/relationships/image" Target="../media/image6.gif"/><Relationship Id="rId7" Type="http://schemas.openxmlformats.org/officeDocument/2006/relationships/image" Target="../media/image10.png"/><Relationship Id="rId12" Type="http://schemas.openxmlformats.org/officeDocument/2006/relationships/image" Target="../media/image51.png"/><Relationship Id="rId17" Type="http://schemas.openxmlformats.org/officeDocument/2006/relationships/image" Target="../media/image13.png"/><Relationship Id="rId2" Type="http://schemas.openxmlformats.org/officeDocument/2006/relationships/notesSlide" Target="../notesSlides/notesSlide10.xml"/><Relationship Id="rId16" Type="http://schemas.openxmlformats.org/officeDocument/2006/relationships/image" Target="../media/image17.svg"/><Relationship Id="rId1" Type="http://schemas.openxmlformats.org/officeDocument/2006/relationships/slideLayout" Target="../slideLayouts/slideLayout8.xml"/><Relationship Id="rId6" Type="http://schemas.openxmlformats.org/officeDocument/2006/relationships/image" Target="../media/image9.png"/><Relationship Id="rId11" Type="http://schemas.openxmlformats.org/officeDocument/2006/relationships/image" Target="../media/image50.png"/><Relationship Id="rId5" Type="http://schemas.openxmlformats.org/officeDocument/2006/relationships/image" Target="../media/image8.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5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2819DA-3FD7-3748-2494-009BD705B6F0}"/>
              </a:ext>
            </a:extLst>
          </p:cNvPr>
          <p:cNvSpPr txBox="1"/>
          <p:nvPr/>
        </p:nvSpPr>
        <p:spPr>
          <a:xfrm>
            <a:off x="581509" y="1637488"/>
            <a:ext cx="11082406" cy="1446550"/>
          </a:xfrm>
          <a:prstGeom prst="rect">
            <a:avLst/>
          </a:prstGeom>
          <a:noFill/>
        </p:spPr>
        <p:txBody>
          <a:bodyPr wrap="square" rtlCol="0">
            <a:spAutoFit/>
          </a:bodyPr>
          <a:lstStyle/>
          <a:p>
            <a:pPr algn="ctr"/>
            <a:r>
              <a:rPr lang="en-US" sz="4400" err="1"/>
              <a:t>SoK</a:t>
            </a:r>
            <a:r>
              <a:rPr lang="en-US" sz="4400"/>
              <a:t>: Critical Evaluation of Quantum Machine Learning for Adversarial Robustness</a:t>
            </a:r>
          </a:p>
        </p:txBody>
      </p:sp>
      <p:sp>
        <p:nvSpPr>
          <p:cNvPr id="7" name="TextBox 6">
            <a:extLst>
              <a:ext uri="{FF2B5EF4-FFF2-40B4-BE49-F238E27FC236}">
                <a16:creationId xmlns:a16="http://schemas.microsoft.com/office/drawing/2014/main" id="{FF75A213-7A7F-F7B9-2810-B3FB6AC5EAF2}"/>
              </a:ext>
            </a:extLst>
          </p:cNvPr>
          <p:cNvSpPr txBox="1"/>
          <p:nvPr/>
        </p:nvSpPr>
        <p:spPr>
          <a:xfrm>
            <a:off x="1209524" y="3366080"/>
            <a:ext cx="9772951" cy="830997"/>
          </a:xfrm>
          <a:prstGeom prst="rect">
            <a:avLst/>
          </a:prstGeom>
          <a:noFill/>
        </p:spPr>
        <p:txBody>
          <a:bodyPr wrap="square">
            <a:spAutoFit/>
          </a:bodyPr>
          <a:lstStyle/>
          <a:p>
            <a:pPr algn="ctr"/>
            <a:r>
              <a:rPr lang="en-US" sz="2400" b="1" u="sng" err="1">
                <a:solidFill>
                  <a:srgbClr val="0070C0"/>
                </a:solidFill>
              </a:rPr>
              <a:t>Saeefa</a:t>
            </a:r>
            <a:r>
              <a:rPr lang="en-US" sz="2400" b="1" u="sng">
                <a:solidFill>
                  <a:srgbClr val="0070C0"/>
                </a:solidFill>
              </a:rPr>
              <a:t> </a:t>
            </a:r>
            <a:r>
              <a:rPr lang="en-US" sz="2400" b="1" u="sng" err="1">
                <a:solidFill>
                  <a:srgbClr val="0070C0"/>
                </a:solidFill>
              </a:rPr>
              <a:t>Rubaiyet</a:t>
            </a:r>
            <a:r>
              <a:rPr lang="en-US" sz="2400" b="1" u="sng">
                <a:solidFill>
                  <a:srgbClr val="0070C0"/>
                </a:solidFill>
              </a:rPr>
              <a:t> </a:t>
            </a:r>
            <a:r>
              <a:rPr lang="en-US" sz="2400" b="1" u="sng" err="1">
                <a:solidFill>
                  <a:srgbClr val="0070C0"/>
                </a:solidFill>
              </a:rPr>
              <a:t>Nowmi</a:t>
            </a:r>
            <a:r>
              <a:rPr lang="en-US" sz="2400" b="1"/>
              <a:t>∗ </a:t>
            </a:r>
            <a:r>
              <a:rPr lang="en-US" sz="2400">
                <a:solidFill>
                  <a:srgbClr val="666633"/>
                </a:solidFill>
              </a:rPr>
              <a:t>, </a:t>
            </a:r>
            <a:r>
              <a:rPr lang="en-US" sz="2400">
                <a:solidFill>
                  <a:srgbClr val="808000"/>
                </a:solidFill>
              </a:rPr>
              <a:t>Jesus Lopez</a:t>
            </a:r>
            <a:r>
              <a:rPr lang="en-US" sz="2400"/>
              <a:t>∗</a:t>
            </a:r>
            <a:r>
              <a:rPr lang="en-US" sz="2400">
                <a:solidFill>
                  <a:srgbClr val="808000"/>
                </a:solidFill>
              </a:rPr>
              <a:t> , Md Mahmudul Alam Imon</a:t>
            </a:r>
            <a:r>
              <a:rPr lang="en-US" sz="2400"/>
              <a:t>† </a:t>
            </a:r>
            <a:r>
              <a:rPr lang="en-US" sz="2400">
                <a:solidFill>
                  <a:srgbClr val="808000"/>
                </a:solidFill>
              </a:rPr>
              <a:t>, Shahrooz </a:t>
            </a:r>
            <a:r>
              <a:rPr lang="en-US" sz="2400" err="1">
                <a:solidFill>
                  <a:srgbClr val="808000"/>
                </a:solidFill>
              </a:rPr>
              <a:t>Pouryousef</a:t>
            </a:r>
            <a:r>
              <a:rPr lang="en-US" sz="2400"/>
              <a:t>‡</a:t>
            </a:r>
            <a:r>
              <a:rPr lang="en-US" sz="2400">
                <a:solidFill>
                  <a:srgbClr val="808000"/>
                </a:solidFill>
              </a:rPr>
              <a:t>, Mohammad Saidur Rahman</a:t>
            </a:r>
            <a:r>
              <a:rPr lang="en-US" sz="2400"/>
              <a:t>∗</a:t>
            </a:r>
          </a:p>
        </p:txBody>
      </p:sp>
      <p:sp>
        <p:nvSpPr>
          <p:cNvPr id="9" name="TextBox 8">
            <a:extLst>
              <a:ext uri="{FF2B5EF4-FFF2-40B4-BE49-F238E27FC236}">
                <a16:creationId xmlns:a16="http://schemas.microsoft.com/office/drawing/2014/main" id="{1E3D427C-8ECB-DAEA-DADE-872EB18E0DDE}"/>
              </a:ext>
            </a:extLst>
          </p:cNvPr>
          <p:cNvSpPr txBox="1"/>
          <p:nvPr/>
        </p:nvSpPr>
        <p:spPr>
          <a:xfrm>
            <a:off x="1209524" y="4519331"/>
            <a:ext cx="10132927" cy="369332"/>
          </a:xfrm>
          <a:prstGeom prst="rect">
            <a:avLst/>
          </a:prstGeom>
          <a:noFill/>
        </p:spPr>
        <p:txBody>
          <a:bodyPr wrap="square">
            <a:spAutoFit/>
          </a:bodyPr>
          <a:lstStyle/>
          <a:p>
            <a:r>
              <a:rPr lang="en-US"/>
              <a:t>∗University of Texas at El Paso,     †University of Dhaka,     ‡University of Massachusetts Amherst</a:t>
            </a:r>
          </a:p>
        </p:txBody>
      </p:sp>
      <p:pic>
        <p:nvPicPr>
          <p:cNvPr id="13" name="Graphic 12">
            <a:extLst>
              <a:ext uri="{FF2B5EF4-FFF2-40B4-BE49-F238E27FC236}">
                <a16:creationId xmlns:a16="http://schemas.microsoft.com/office/drawing/2014/main" id="{4B154DD3-EF10-F9B0-15E5-095D9AA545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8194" y="171013"/>
            <a:ext cx="913818" cy="1043347"/>
          </a:xfrm>
          <a:prstGeom prst="rect">
            <a:avLst/>
          </a:prstGeom>
        </p:spPr>
      </p:pic>
      <p:pic>
        <p:nvPicPr>
          <p:cNvPr id="17" name="Picture 16">
            <a:extLst>
              <a:ext uri="{FF2B5EF4-FFF2-40B4-BE49-F238E27FC236}">
                <a16:creationId xmlns:a16="http://schemas.microsoft.com/office/drawing/2014/main" id="{1245BD1D-D101-0342-53F6-55E59E0B78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5522" y="196024"/>
            <a:ext cx="993323" cy="993323"/>
          </a:xfrm>
          <a:prstGeom prst="rect">
            <a:avLst/>
          </a:prstGeom>
        </p:spPr>
      </p:pic>
      <p:sp>
        <p:nvSpPr>
          <p:cNvPr id="33" name="TextBox 32">
            <a:extLst>
              <a:ext uri="{FF2B5EF4-FFF2-40B4-BE49-F238E27FC236}">
                <a16:creationId xmlns:a16="http://schemas.microsoft.com/office/drawing/2014/main" id="{DE8125A4-2DBC-09F5-3423-839195784F0A}"/>
              </a:ext>
            </a:extLst>
          </p:cNvPr>
          <p:cNvSpPr txBox="1"/>
          <p:nvPr/>
        </p:nvSpPr>
        <p:spPr>
          <a:xfrm>
            <a:off x="4771794" y="6211457"/>
            <a:ext cx="3664275" cy="369332"/>
          </a:xfrm>
          <a:prstGeom prst="rect">
            <a:avLst/>
          </a:prstGeom>
          <a:noFill/>
        </p:spPr>
        <p:txBody>
          <a:bodyPr wrap="square" rtlCol="0">
            <a:spAutoFit/>
          </a:bodyPr>
          <a:lstStyle/>
          <a:p>
            <a:r>
              <a:rPr lang="en-US">
                <a:solidFill>
                  <a:schemeClr val="bg1">
                    <a:lumMod val="50000"/>
                  </a:schemeClr>
                </a:solidFill>
              </a:rPr>
              <a:t>May 18, 2026 | San Francisco, CA</a:t>
            </a:r>
          </a:p>
        </p:txBody>
      </p:sp>
      <p:pic>
        <p:nvPicPr>
          <p:cNvPr id="37" name="Picture 36">
            <a:extLst>
              <a:ext uri="{FF2B5EF4-FFF2-40B4-BE49-F238E27FC236}">
                <a16:creationId xmlns:a16="http://schemas.microsoft.com/office/drawing/2014/main" id="{C087115B-C0AB-7078-F30F-47FEB5E722D1}"/>
              </a:ext>
            </a:extLst>
          </p:cNvPr>
          <p:cNvPicPr>
            <a:picLocks noChangeAspect="1"/>
          </p:cNvPicPr>
          <p:nvPr/>
        </p:nvPicPr>
        <p:blipFill>
          <a:blip r:embed="rId5">
            <a:extLst>
              <a:ext uri="{28A0092B-C50C-407E-A947-70E740481C1C}">
                <a14:useLocalDpi xmlns:a14="http://schemas.microsoft.com/office/drawing/2010/main" val="0"/>
              </a:ext>
            </a:extLst>
          </a:blip>
          <a:srcRect b="21191"/>
          <a:stretch>
            <a:fillRect/>
          </a:stretch>
        </p:blipFill>
        <p:spPr>
          <a:xfrm>
            <a:off x="2510648" y="5457029"/>
            <a:ext cx="1546029" cy="1218408"/>
          </a:xfrm>
          <a:prstGeom prst="rect">
            <a:avLst/>
          </a:prstGeom>
        </p:spPr>
      </p:pic>
      <p:pic>
        <p:nvPicPr>
          <p:cNvPr id="4" name="Picture 3">
            <a:extLst>
              <a:ext uri="{FF2B5EF4-FFF2-40B4-BE49-F238E27FC236}">
                <a16:creationId xmlns:a16="http://schemas.microsoft.com/office/drawing/2014/main" id="{9FB03BD9-75A5-F0B0-EE77-C5DB88195378}"/>
              </a:ext>
            </a:extLst>
          </p:cNvPr>
          <p:cNvPicPr>
            <a:picLocks noChangeAspect="1"/>
          </p:cNvPicPr>
          <p:nvPr/>
        </p:nvPicPr>
        <p:blipFill>
          <a:blip r:embed="rId6">
            <a:extLst>
              <a:ext uri="{28A0092B-C50C-407E-A947-70E740481C1C}">
                <a14:useLocalDpi xmlns:a14="http://schemas.microsoft.com/office/drawing/2010/main" val="0"/>
              </a:ext>
            </a:extLst>
          </a:blip>
          <a:srcRect l="18948" t="26306" r="20090" b="26288"/>
          <a:stretch>
            <a:fillRect/>
          </a:stretch>
        </p:blipFill>
        <p:spPr>
          <a:xfrm>
            <a:off x="10498461" y="67342"/>
            <a:ext cx="1543982" cy="1200663"/>
          </a:xfrm>
          <a:prstGeom prst="rect">
            <a:avLst/>
          </a:prstGeom>
        </p:spPr>
      </p:pic>
      <p:sp>
        <p:nvSpPr>
          <p:cNvPr id="5" name="TextBox 4">
            <a:extLst>
              <a:ext uri="{FF2B5EF4-FFF2-40B4-BE49-F238E27FC236}">
                <a16:creationId xmlns:a16="http://schemas.microsoft.com/office/drawing/2014/main" id="{33E81C03-52D9-9E33-C372-F69CE0715946}"/>
              </a:ext>
            </a:extLst>
          </p:cNvPr>
          <p:cNvSpPr txBox="1"/>
          <p:nvPr/>
        </p:nvSpPr>
        <p:spPr>
          <a:xfrm>
            <a:off x="3876068" y="5894376"/>
            <a:ext cx="5916795" cy="369332"/>
          </a:xfrm>
          <a:prstGeom prst="rect">
            <a:avLst/>
          </a:prstGeom>
          <a:noFill/>
        </p:spPr>
        <p:txBody>
          <a:bodyPr wrap="square">
            <a:spAutoFit/>
          </a:bodyPr>
          <a:lstStyle/>
          <a:p>
            <a:r>
              <a:rPr lang="en-US" b="1">
                <a:solidFill>
                  <a:schemeClr val="bg1">
                    <a:lumMod val="50000"/>
                  </a:schemeClr>
                </a:solidFill>
              </a:rPr>
              <a:t>IEEE Symposium on Security and Privacy (S&amp;P) 2026</a:t>
            </a:r>
          </a:p>
        </p:txBody>
      </p:sp>
      <p:sp>
        <p:nvSpPr>
          <p:cNvPr id="3" name="Slide Number Placeholder 2">
            <a:extLst>
              <a:ext uri="{FF2B5EF4-FFF2-40B4-BE49-F238E27FC236}">
                <a16:creationId xmlns:a16="http://schemas.microsoft.com/office/drawing/2014/main" id="{AE2B6AFE-6C65-E0F1-4C2A-E9D408165F01}"/>
              </a:ext>
            </a:extLst>
          </p:cNvPr>
          <p:cNvSpPr>
            <a:spLocks noGrp="1"/>
          </p:cNvSpPr>
          <p:nvPr>
            <p:ph type="sldNum" sz="quarter" idx="12"/>
          </p:nvPr>
        </p:nvSpPr>
        <p:spPr>
          <a:xfrm>
            <a:off x="11892887" y="6492875"/>
            <a:ext cx="299113" cy="365125"/>
          </a:xfrm>
        </p:spPr>
        <p:txBody>
          <a:bodyPr/>
          <a:lstStyle/>
          <a:p>
            <a:fld id="{85CE5320-3271-4B8D-BD80-A1F74602E00B}" type="slidenum">
              <a:rPr lang="en-US" smtClean="0"/>
              <a:t>1</a:t>
            </a:fld>
            <a:endParaRPr lang="en-US"/>
          </a:p>
        </p:txBody>
      </p:sp>
      <p:pic>
        <p:nvPicPr>
          <p:cNvPr id="1026" name="Picture 2">
            <a:extLst>
              <a:ext uri="{FF2B5EF4-FFF2-40B4-BE49-F238E27FC236}">
                <a16:creationId xmlns:a16="http://schemas.microsoft.com/office/drawing/2014/main" id="{57C0E9D5-A57A-366D-D71A-D627EE7C8C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5861" y="70003"/>
            <a:ext cx="1154988" cy="1154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4881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822D-78A2-B5CA-FB54-4BD9094C4F98}"/>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6A2C2BF7-3C21-C187-946D-D8611EAB3683}"/>
              </a:ext>
            </a:extLst>
          </p:cNvPr>
          <p:cNvSpPr txBox="1"/>
          <p:nvPr/>
        </p:nvSpPr>
        <p:spPr>
          <a:xfrm>
            <a:off x="30351" y="0"/>
            <a:ext cx="11731318" cy="646331"/>
          </a:xfrm>
          <a:prstGeom prst="rect">
            <a:avLst/>
          </a:prstGeom>
          <a:noFill/>
        </p:spPr>
        <p:txBody>
          <a:bodyPr wrap="square" rtlCol="0">
            <a:spAutoFit/>
          </a:bodyPr>
          <a:lstStyle/>
          <a:p>
            <a:endParaRPr lang="en-US" sz="3600"/>
          </a:p>
        </p:txBody>
      </p:sp>
      <p:pic>
        <p:nvPicPr>
          <p:cNvPr id="216" name="Picture 215">
            <a:extLst>
              <a:ext uri="{FF2B5EF4-FFF2-40B4-BE49-F238E27FC236}">
                <a16:creationId xmlns:a16="http://schemas.microsoft.com/office/drawing/2014/main" id="{F4EDD56C-E837-7D03-0F39-26EBDC0D756C}"/>
              </a:ext>
            </a:extLst>
          </p:cNvPr>
          <p:cNvPicPr>
            <a:picLocks noChangeAspect="1"/>
          </p:cNvPicPr>
          <p:nvPr/>
        </p:nvPicPr>
        <p:blipFill>
          <a:blip r:embed="rId3"/>
          <a:stretch>
            <a:fillRect/>
          </a:stretch>
        </p:blipFill>
        <p:spPr>
          <a:xfrm>
            <a:off x="6388648" y="4269295"/>
            <a:ext cx="9525" cy="9525"/>
          </a:xfrm>
          <a:prstGeom prst="rect">
            <a:avLst/>
          </a:prstGeom>
        </p:spPr>
      </p:pic>
      <p:grpSp>
        <p:nvGrpSpPr>
          <p:cNvPr id="43" name="Group 42">
            <a:extLst>
              <a:ext uri="{FF2B5EF4-FFF2-40B4-BE49-F238E27FC236}">
                <a16:creationId xmlns:a16="http://schemas.microsoft.com/office/drawing/2014/main" id="{5B87BC84-562C-8156-A297-3761A9B6A8E9}"/>
              </a:ext>
            </a:extLst>
          </p:cNvPr>
          <p:cNvGrpSpPr/>
          <p:nvPr/>
        </p:nvGrpSpPr>
        <p:grpSpPr>
          <a:xfrm>
            <a:off x="801557" y="1148676"/>
            <a:ext cx="2010996" cy="2288665"/>
            <a:chOff x="801557" y="1194396"/>
            <a:chExt cx="2010996" cy="2288665"/>
          </a:xfrm>
        </p:grpSpPr>
        <p:pic>
          <p:nvPicPr>
            <p:cNvPr id="9" name="Picture 8">
              <a:extLst>
                <a:ext uri="{FF2B5EF4-FFF2-40B4-BE49-F238E27FC236}">
                  <a16:creationId xmlns:a16="http://schemas.microsoft.com/office/drawing/2014/main" id="{07942D00-B7BD-2CAB-5449-50A2CA82888F}"/>
                </a:ext>
              </a:extLst>
            </p:cNvPr>
            <p:cNvPicPr>
              <a:picLocks noChangeAspect="1"/>
            </p:cNvPicPr>
            <p:nvPr/>
          </p:nvPicPr>
          <p:blipFill>
            <a:blip r:embed="rId4"/>
            <a:stretch>
              <a:fillRect/>
            </a:stretch>
          </p:blipFill>
          <p:spPr>
            <a:xfrm>
              <a:off x="801557" y="1194396"/>
              <a:ext cx="2010996" cy="2010996"/>
            </a:xfrm>
            <a:prstGeom prst="rect">
              <a:avLst/>
            </a:prstGeom>
          </p:spPr>
        </p:pic>
        <p:sp>
          <p:nvSpPr>
            <p:cNvPr id="5" name="TextBox 4">
              <a:extLst>
                <a:ext uri="{FF2B5EF4-FFF2-40B4-BE49-F238E27FC236}">
                  <a16:creationId xmlns:a16="http://schemas.microsoft.com/office/drawing/2014/main" id="{62ECED84-17FE-06C6-9FD2-62807B137BE0}"/>
                </a:ext>
              </a:extLst>
            </p:cNvPr>
            <p:cNvSpPr txBox="1"/>
            <p:nvPr/>
          </p:nvSpPr>
          <p:spPr>
            <a:xfrm>
              <a:off x="1142647" y="3144507"/>
              <a:ext cx="1634365" cy="338554"/>
            </a:xfrm>
            <a:prstGeom prst="rect">
              <a:avLst/>
            </a:prstGeom>
            <a:noFill/>
          </p:spPr>
          <p:txBody>
            <a:bodyPr wrap="square" rtlCol="0">
              <a:spAutoFit/>
            </a:bodyPr>
            <a:lstStyle/>
            <a:p>
              <a:r>
                <a:rPr lang="en-US" sz="1600"/>
                <a:t>Classical Data</a:t>
              </a:r>
            </a:p>
          </p:txBody>
        </p:sp>
      </p:grpSp>
      <p:grpSp>
        <p:nvGrpSpPr>
          <p:cNvPr id="44" name="Group 43">
            <a:extLst>
              <a:ext uri="{FF2B5EF4-FFF2-40B4-BE49-F238E27FC236}">
                <a16:creationId xmlns:a16="http://schemas.microsoft.com/office/drawing/2014/main" id="{52EE9B58-1C32-7FB4-2B47-655D86F09704}"/>
              </a:ext>
            </a:extLst>
          </p:cNvPr>
          <p:cNvGrpSpPr/>
          <p:nvPr/>
        </p:nvGrpSpPr>
        <p:grpSpPr>
          <a:xfrm>
            <a:off x="2869170" y="1255029"/>
            <a:ext cx="823889" cy="2071711"/>
            <a:chOff x="2869170" y="1300749"/>
            <a:chExt cx="823889" cy="2071711"/>
          </a:xfrm>
        </p:grpSpPr>
        <p:pic>
          <p:nvPicPr>
            <p:cNvPr id="13" name="Picture 12">
              <a:extLst>
                <a:ext uri="{FF2B5EF4-FFF2-40B4-BE49-F238E27FC236}">
                  <a16:creationId xmlns:a16="http://schemas.microsoft.com/office/drawing/2014/main" id="{20303BA9-C556-941E-DAB3-E77EF814F06C}"/>
                </a:ext>
              </a:extLst>
            </p:cNvPr>
            <p:cNvPicPr>
              <a:picLocks noChangeAspect="1"/>
            </p:cNvPicPr>
            <p:nvPr/>
          </p:nvPicPr>
          <p:blipFill>
            <a:blip r:embed="rId5"/>
            <a:stretch>
              <a:fillRect/>
            </a:stretch>
          </p:blipFill>
          <p:spPr>
            <a:xfrm>
              <a:off x="2884677" y="1300749"/>
              <a:ext cx="441742" cy="1849324"/>
            </a:xfrm>
            <a:prstGeom prst="rect">
              <a:avLst/>
            </a:prstGeom>
          </p:spPr>
        </p:pic>
        <p:sp>
          <p:nvSpPr>
            <p:cNvPr id="6" name="TextBox 5">
              <a:extLst>
                <a:ext uri="{FF2B5EF4-FFF2-40B4-BE49-F238E27FC236}">
                  <a16:creationId xmlns:a16="http://schemas.microsoft.com/office/drawing/2014/main" id="{A238EEE0-8FD1-0B47-0C0E-28C336421966}"/>
                </a:ext>
              </a:extLst>
            </p:cNvPr>
            <p:cNvSpPr txBox="1"/>
            <p:nvPr/>
          </p:nvSpPr>
          <p:spPr>
            <a:xfrm>
              <a:off x="2869170" y="3033906"/>
              <a:ext cx="823889" cy="338554"/>
            </a:xfrm>
            <a:prstGeom prst="rect">
              <a:avLst/>
            </a:prstGeom>
            <a:noFill/>
          </p:spPr>
          <p:txBody>
            <a:bodyPr wrap="square" rtlCol="0">
              <a:spAutoFit/>
            </a:bodyPr>
            <a:lstStyle/>
            <a:p>
              <a:r>
                <a:rPr lang="en-US" sz="1600"/>
                <a:t>Qubits</a:t>
              </a:r>
            </a:p>
          </p:txBody>
        </p:sp>
      </p:grpSp>
      <p:grpSp>
        <p:nvGrpSpPr>
          <p:cNvPr id="45" name="Group 44">
            <a:extLst>
              <a:ext uri="{FF2B5EF4-FFF2-40B4-BE49-F238E27FC236}">
                <a16:creationId xmlns:a16="http://schemas.microsoft.com/office/drawing/2014/main" id="{7F4C9E58-9E92-118E-E424-3041AE7592ED}"/>
              </a:ext>
            </a:extLst>
          </p:cNvPr>
          <p:cNvGrpSpPr/>
          <p:nvPr/>
        </p:nvGrpSpPr>
        <p:grpSpPr>
          <a:xfrm>
            <a:off x="1806368" y="916475"/>
            <a:ext cx="2975415" cy="2450289"/>
            <a:chOff x="1806368" y="962195"/>
            <a:chExt cx="2975415" cy="2450289"/>
          </a:xfrm>
        </p:grpSpPr>
        <p:grpSp>
          <p:nvGrpSpPr>
            <p:cNvPr id="114" name="Group 113">
              <a:extLst>
                <a:ext uri="{FF2B5EF4-FFF2-40B4-BE49-F238E27FC236}">
                  <a16:creationId xmlns:a16="http://schemas.microsoft.com/office/drawing/2014/main" id="{4129BDFC-32F3-50B6-199D-852BEA7D396A}"/>
                </a:ext>
              </a:extLst>
            </p:cNvPr>
            <p:cNvGrpSpPr/>
            <p:nvPr/>
          </p:nvGrpSpPr>
          <p:grpSpPr>
            <a:xfrm>
              <a:off x="1806368" y="962195"/>
              <a:ext cx="2721777" cy="2227846"/>
              <a:chOff x="1806368" y="1403886"/>
              <a:chExt cx="2721777" cy="2227846"/>
            </a:xfrm>
          </p:grpSpPr>
          <p:cxnSp>
            <p:nvCxnSpPr>
              <p:cNvPr id="18" name="Straight Connector 17">
                <a:extLst>
                  <a:ext uri="{FF2B5EF4-FFF2-40B4-BE49-F238E27FC236}">
                    <a16:creationId xmlns:a16="http://schemas.microsoft.com/office/drawing/2014/main" id="{3148A343-DBFA-386D-01A6-FBAB224ED403}"/>
                  </a:ext>
                </a:extLst>
              </p:cNvPr>
              <p:cNvCxnSpPr>
                <a:cxnSpLocks/>
              </p:cNvCxnSpPr>
              <p:nvPr/>
            </p:nvCxnSpPr>
            <p:spPr>
              <a:xfrm>
                <a:off x="3235833" y="1977209"/>
                <a:ext cx="778383"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41475DB6-6FA8-5A16-6FF5-900C1FD2C1E4}"/>
                  </a:ext>
                </a:extLst>
              </p:cNvPr>
              <p:cNvCxnSpPr>
                <a:cxnSpLocks/>
                <a:endCxn id="83" idx="0"/>
              </p:cNvCxnSpPr>
              <p:nvPr/>
            </p:nvCxnSpPr>
            <p:spPr>
              <a:xfrm>
                <a:off x="1806368" y="1403886"/>
                <a:ext cx="2426124" cy="33855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C94C242B-0298-3510-D2E9-882D1E68090C}"/>
                  </a:ext>
                </a:extLst>
              </p:cNvPr>
              <p:cNvCxnSpPr>
                <a:cxnSpLocks/>
              </p:cNvCxnSpPr>
              <p:nvPr/>
            </p:nvCxnSpPr>
            <p:spPr>
              <a:xfrm>
                <a:off x="1806368" y="1403886"/>
                <a:ext cx="0" cy="239139"/>
              </a:xfrm>
              <a:prstGeom prst="line">
                <a:avLst/>
              </a:prstGeom>
            </p:spPr>
            <p:style>
              <a:lnRef idx="2">
                <a:schemeClr val="accent1"/>
              </a:lnRef>
              <a:fillRef idx="0">
                <a:schemeClr val="accent1"/>
              </a:fillRef>
              <a:effectRef idx="1">
                <a:schemeClr val="accent1"/>
              </a:effectRef>
              <a:fontRef idx="minor">
                <a:schemeClr val="tx1"/>
              </a:fontRef>
            </p:style>
          </p:cxnSp>
          <p:pic>
            <p:nvPicPr>
              <p:cNvPr id="83" name="Picture 82">
                <a:extLst>
                  <a:ext uri="{FF2B5EF4-FFF2-40B4-BE49-F238E27FC236}">
                    <a16:creationId xmlns:a16="http://schemas.microsoft.com/office/drawing/2014/main" id="{575AEA6C-D851-ED58-D20B-65FC48E86076}"/>
                  </a:ext>
                </a:extLst>
              </p:cNvPr>
              <p:cNvPicPr>
                <a:picLocks noChangeAspect="1"/>
              </p:cNvPicPr>
              <p:nvPr/>
            </p:nvPicPr>
            <p:blipFill>
              <a:blip r:embed="rId6"/>
              <a:stretch>
                <a:fillRect/>
              </a:stretch>
            </p:blipFill>
            <p:spPr>
              <a:xfrm>
                <a:off x="3936839" y="1742440"/>
                <a:ext cx="591306" cy="1889292"/>
              </a:xfrm>
              <a:prstGeom prst="rect">
                <a:avLst/>
              </a:prstGeom>
            </p:spPr>
          </p:pic>
          <p:cxnSp>
            <p:nvCxnSpPr>
              <p:cNvPr id="104" name="Straight Connector 103">
                <a:extLst>
                  <a:ext uri="{FF2B5EF4-FFF2-40B4-BE49-F238E27FC236}">
                    <a16:creationId xmlns:a16="http://schemas.microsoft.com/office/drawing/2014/main" id="{2A365AAB-7A65-83F3-FFDE-058E04A605D4}"/>
                  </a:ext>
                </a:extLst>
              </p:cNvPr>
              <p:cNvCxnSpPr>
                <a:cxnSpLocks/>
              </p:cNvCxnSpPr>
              <p:nvPr/>
            </p:nvCxnSpPr>
            <p:spPr>
              <a:xfrm>
                <a:off x="3247788" y="2419352"/>
                <a:ext cx="766428"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F9D2467C-C71A-8FC9-61B3-EA74F41D998F}"/>
                  </a:ext>
                </a:extLst>
              </p:cNvPr>
              <p:cNvCxnSpPr>
                <a:cxnSpLocks/>
              </p:cNvCxnSpPr>
              <p:nvPr/>
            </p:nvCxnSpPr>
            <p:spPr>
              <a:xfrm>
                <a:off x="3247788" y="2901158"/>
                <a:ext cx="766428"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4DAAAE7F-907D-A98E-78EC-2137A2AF553C}"/>
                  </a:ext>
                </a:extLst>
              </p:cNvPr>
              <p:cNvCxnSpPr>
                <a:cxnSpLocks/>
              </p:cNvCxnSpPr>
              <p:nvPr/>
            </p:nvCxnSpPr>
            <p:spPr>
              <a:xfrm>
                <a:off x="3226907" y="3339284"/>
                <a:ext cx="787309"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A5A5A7E8-C571-09FD-C8CE-5BABA52192C7}"/>
                </a:ext>
              </a:extLst>
            </p:cNvPr>
            <p:cNvSpPr txBox="1"/>
            <p:nvPr/>
          </p:nvSpPr>
          <p:spPr>
            <a:xfrm>
              <a:off x="3739651" y="3073930"/>
              <a:ext cx="1042132" cy="338554"/>
            </a:xfrm>
            <a:prstGeom prst="rect">
              <a:avLst/>
            </a:prstGeom>
            <a:noFill/>
          </p:spPr>
          <p:txBody>
            <a:bodyPr wrap="square" rtlCol="0">
              <a:spAutoFit/>
            </a:bodyPr>
            <a:lstStyle/>
            <a:p>
              <a:r>
                <a:rPr lang="en-US" sz="1600"/>
                <a:t>Encoding</a:t>
              </a:r>
            </a:p>
          </p:txBody>
        </p:sp>
      </p:grpSp>
      <p:grpSp>
        <p:nvGrpSpPr>
          <p:cNvPr id="48" name="Group 47">
            <a:extLst>
              <a:ext uri="{FF2B5EF4-FFF2-40B4-BE49-F238E27FC236}">
                <a16:creationId xmlns:a16="http://schemas.microsoft.com/office/drawing/2014/main" id="{1F9A0FC8-FD95-724B-C1D2-39937B9BC494}"/>
              </a:ext>
            </a:extLst>
          </p:cNvPr>
          <p:cNvGrpSpPr/>
          <p:nvPr/>
        </p:nvGrpSpPr>
        <p:grpSpPr>
          <a:xfrm>
            <a:off x="7627431" y="1098500"/>
            <a:ext cx="1571649" cy="2332051"/>
            <a:chOff x="7793506" y="1153518"/>
            <a:chExt cx="1505585" cy="2332051"/>
          </a:xfrm>
        </p:grpSpPr>
        <p:pic>
          <p:nvPicPr>
            <p:cNvPr id="63" name="Picture 62">
              <a:extLst>
                <a:ext uri="{FF2B5EF4-FFF2-40B4-BE49-F238E27FC236}">
                  <a16:creationId xmlns:a16="http://schemas.microsoft.com/office/drawing/2014/main" id="{FCBFA3C1-E5AA-8BA3-849D-1B7DA8179C3B}"/>
                </a:ext>
              </a:extLst>
            </p:cNvPr>
            <p:cNvPicPr>
              <a:picLocks noChangeAspect="1"/>
            </p:cNvPicPr>
            <p:nvPr/>
          </p:nvPicPr>
          <p:blipFill>
            <a:blip r:embed="rId7"/>
            <a:stretch>
              <a:fillRect/>
            </a:stretch>
          </p:blipFill>
          <p:spPr>
            <a:xfrm>
              <a:off x="8076751" y="1153518"/>
              <a:ext cx="770467" cy="2088922"/>
            </a:xfrm>
            <a:prstGeom prst="rect">
              <a:avLst/>
            </a:prstGeom>
          </p:spPr>
        </p:pic>
        <p:sp>
          <p:nvSpPr>
            <p:cNvPr id="10" name="TextBox 9">
              <a:extLst>
                <a:ext uri="{FF2B5EF4-FFF2-40B4-BE49-F238E27FC236}">
                  <a16:creationId xmlns:a16="http://schemas.microsoft.com/office/drawing/2014/main" id="{88737E2E-0324-8DCA-3820-7139F7DE9F3D}"/>
                </a:ext>
              </a:extLst>
            </p:cNvPr>
            <p:cNvSpPr txBox="1"/>
            <p:nvPr/>
          </p:nvSpPr>
          <p:spPr>
            <a:xfrm>
              <a:off x="7793506" y="3147015"/>
              <a:ext cx="1505585" cy="338554"/>
            </a:xfrm>
            <a:prstGeom prst="rect">
              <a:avLst/>
            </a:prstGeom>
            <a:noFill/>
          </p:spPr>
          <p:txBody>
            <a:bodyPr wrap="square" rtlCol="0">
              <a:spAutoFit/>
            </a:bodyPr>
            <a:lstStyle/>
            <a:p>
              <a:pPr algn="ctr"/>
              <a:r>
                <a:rPr lang="en-US" sz="1600"/>
                <a:t>Measurements</a:t>
              </a:r>
            </a:p>
          </p:txBody>
        </p:sp>
      </p:grpSp>
      <p:grpSp>
        <p:nvGrpSpPr>
          <p:cNvPr id="49" name="Group 48">
            <a:extLst>
              <a:ext uri="{FF2B5EF4-FFF2-40B4-BE49-F238E27FC236}">
                <a16:creationId xmlns:a16="http://schemas.microsoft.com/office/drawing/2014/main" id="{747B0456-0313-D8CE-5AF0-65ACF1B9FE3E}"/>
              </a:ext>
            </a:extLst>
          </p:cNvPr>
          <p:cNvGrpSpPr/>
          <p:nvPr/>
        </p:nvGrpSpPr>
        <p:grpSpPr>
          <a:xfrm>
            <a:off x="6259670" y="755702"/>
            <a:ext cx="5160956" cy="2472824"/>
            <a:chOff x="6259670" y="801422"/>
            <a:chExt cx="5160956" cy="2472824"/>
          </a:xfrm>
        </p:grpSpPr>
        <p:grpSp>
          <p:nvGrpSpPr>
            <p:cNvPr id="77" name="Group 76">
              <a:extLst>
                <a:ext uri="{FF2B5EF4-FFF2-40B4-BE49-F238E27FC236}">
                  <a16:creationId xmlns:a16="http://schemas.microsoft.com/office/drawing/2014/main" id="{231822B9-65A6-FD30-AE4D-7C7E906FE474}"/>
                </a:ext>
              </a:extLst>
            </p:cNvPr>
            <p:cNvGrpSpPr/>
            <p:nvPr/>
          </p:nvGrpSpPr>
          <p:grpSpPr>
            <a:xfrm>
              <a:off x="8562303" y="1378249"/>
              <a:ext cx="2814654" cy="1552216"/>
              <a:chOff x="8067332" y="1966465"/>
              <a:chExt cx="3505255" cy="2075615"/>
            </a:xfrm>
          </p:grpSpPr>
          <p:pic>
            <p:nvPicPr>
              <p:cNvPr id="65" name="Picture 4" descr="How to understand gradient descent? | Dezhi Yu">
                <a:extLst>
                  <a:ext uri="{FF2B5EF4-FFF2-40B4-BE49-F238E27FC236}">
                    <a16:creationId xmlns:a16="http://schemas.microsoft.com/office/drawing/2014/main" id="{84C97307-2D37-5373-2C26-2326313C755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50585" y="1966465"/>
                <a:ext cx="2722002" cy="2075615"/>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Straight Arrow Connector 66">
                <a:extLst>
                  <a:ext uri="{FF2B5EF4-FFF2-40B4-BE49-F238E27FC236}">
                    <a16:creationId xmlns:a16="http://schemas.microsoft.com/office/drawing/2014/main" id="{FA499CFA-34B8-F6D0-E227-AF3BD4F7542D}"/>
                  </a:ext>
                </a:extLst>
              </p:cNvPr>
              <p:cNvCxnSpPr>
                <a:cxnSpLocks/>
              </p:cNvCxnSpPr>
              <p:nvPr/>
            </p:nvCxnSpPr>
            <p:spPr>
              <a:xfrm flipV="1">
                <a:off x="8067332" y="3721951"/>
                <a:ext cx="827792" cy="308522"/>
              </a:xfrm>
              <a:prstGeom prst="straightConnector1">
                <a:avLst/>
              </a:prstGeom>
              <a:ln w="12700">
                <a:solidFill>
                  <a:schemeClr val="bg2">
                    <a:lumMod val="2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2D71EEF2-F3F8-9C10-41AE-D15D9A15122A}"/>
                  </a:ext>
                </a:extLst>
              </p:cNvPr>
              <p:cNvCxnSpPr>
                <a:cxnSpLocks/>
              </p:cNvCxnSpPr>
              <p:nvPr/>
            </p:nvCxnSpPr>
            <p:spPr>
              <a:xfrm flipV="1">
                <a:off x="8067332" y="3305056"/>
                <a:ext cx="827792" cy="75729"/>
              </a:xfrm>
              <a:prstGeom prst="straightConnector1">
                <a:avLst/>
              </a:prstGeom>
              <a:ln w="12700">
                <a:solidFill>
                  <a:schemeClr val="bg2">
                    <a:lumMod val="2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1348F41D-D5A6-E58D-6BAD-414BC51DF58C}"/>
                  </a:ext>
                </a:extLst>
              </p:cNvPr>
              <p:cNvCxnSpPr>
                <a:cxnSpLocks/>
              </p:cNvCxnSpPr>
              <p:nvPr/>
            </p:nvCxnSpPr>
            <p:spPr>
              <a:xfrm>
                <a:off x="8067332" y="2719256"/>
                <a:ext cx="827793" cy="118802"/>
              </a:xfrm>
              <a:prstGeom prst="straightConnector1">
                <a:avLst/>
              </a:prstGeom>
              <a:ln w="12700">
                <a:solidFill>
                  <a:schemeClr val="bg2">
                    <a:lumMod val="2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675EA3D7-2112-E815-4220-B21ACDF841D0}"/>
                  </a:ext>
                </a:extLst>
              </p:cNvPr>
              <p:cNvCxnSpPr>
                <a:cxnSpLocks/>
              </p:cNvCxnSpPr>
              <p:nvPr/>
            </p:nvCxnSpPr>
            <p:spPr>
              <a:xfrm>
                <a:off x="8067332" y="2110485"/>
                <a:ext cx="827793" cy="216620"/>
              </a:xfrm>
              <a:prstGeom prst="straightConnector1">
                <a:avLst/>
              </a:prstGeom>
              <a:ln w="12700">
                <a:solidFill>
                  <a:schemeClr val="bg2">
                    <a:lumMod val="2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grpSp>
        <p:grpSp>
          <p:nvGrpSpPr>
            <p:cNvPr id="117" name="Group 116">
              <a:extLst>
                <a:ext uri="{FF2B5EF4-FFF2-40B4-BE49-F238E27FC236}">
                  <a16:creationId xmlns:a16="http://schemas.microsoft.com/office/drawing/2014/main" id="{855F4268-8ABB-DEA6-5D94-F3F8246273DA}"/>
                </a:ext>
              </a:extLst>
            </p:cNvPr>
            <p:cNvGrpSpPr/>
            <p:nvPr/>
          </p:nvGrpSpPr>
          <p:grpSpPr>
            <a:xfrm>
              <a:off x="6259670" y="801422"/>
              <a:ext cx="4024427" cy="576827"/>
              <a:chOff x="6259670" y="1243113"/>
              <a:chExt cx="4024427" cy="576827"/>
            </a:xfrm>
          </p:grpSpPr>
          <p:cxnSp>
            <p:nvCxnSpPr>
              <p:cNvPr id="79" name="Connector: Elbow 78">
                <a:extLst>
                  <a:ext uri="{FF2B5EF4-FFF2-40B4-BE49-F238E27FC236}">
                    <a16:creationId xmlns:a16="http://schemas.microsoft.com/office/drawing/2014/main" id="{08EE897D-BB51-7BB7-26DD-A972C7840D83}"/>
                  </a:ext>
                </a:extLst>
              </p:cNvPr>
              <p:cNvCxnSpPr>
                <a:cxnSpLocks/>
                <a:stCxn id="65" idx="0"/>
                <a:endCxn id="64" idx="0"/>
              </p:cNvCxnSpPr>
              <p:nvPr/>
            </p:nvCxnSpPr>
            <p:spPr>
              <a:xfrm rot="16200000" flipV="1">
                <a:off x="8203974" y="-260183"/>
                <a:ext cx="135819" cy="4024427"/>
              </a:xfrm>
              <a:prstGeom prst="bentConnector3">
                <a:avLst>
                  <a:gd name="adj1" fmla="val 268312"/>
                </a:avLst>
              </a:prstGeom>
              <a:ln>
                <a:prstDash val="dash"/>
                <a:tailEnd type="triangle"/>
              </a:ln>
            </p:spPr>
            <p:style>
              <a:lnRef idx="2">
                <a:schemeClr val="accent1"/>
              </a:lnRef>
              <a:fillRef idx="0">
                <a:schemeClr val="accent1"/>
              </a:fillRef>
              <a:effectRef idx="1">
                <a:schemeClr val="accent1"/>
              </a:effectRef>
              <a:fontRef idx="minor">
                <a:schemeClr val="tx1"/>
              </a:fontRef>
            </p:style>
          </p:cxnSp>
          <p:pic>
            <p:nvPicPr>
              <p:cNvPr id="88" name="Picture 87">
                <a:extLst>
                  <a:ext uri="{FF2B5EF4-FFF2-40B4-BE49-F238E27FC236}">
                    <a16:creationId xmlns:a16="http://schemas.microsoft.com/office/drawing/2014/main" id="{F977FCD6-B525-BEEF-FBF6-841344586C2B}"/>
                  </a:ext>
                </a:extLst>
              </p:cNvPr>
              <p:cNvPicPr>
                <a:picLocks noChangeAspect="1"/>
              </p:cNvPicPr>
              <p:nvPr/>
            </p:nvPicPr>
            <p:blipFill>
              <a:blip r:embed="rId9"/>
              <a:stretch>
                <a:fillRect/>
              </a:stretch>
            </p:blipFill>
            <p:spPr>
              <a:xfrm>
                <a:off x="8195298" y="1243113"/>
                <a:ext cx="188992" cy="249958"/>
              </a:xfrm>
              <a:prstGeom prst="rect">
                <a:avLst/>
              </a:prstGeom>
            </p:spPr>
          </p:pic>
        </p:grpSp>
        <p:sp>
          <p:nvSpPr>
            <p:cNvPr id="11" name="TextBox 10">
              <a:extLst>
                <a:ext uri="{FF2B5EF4-FFF2-40B4-BE49-F238E27FC236}">
                  <a16:creationId xmlns:a16="http://schemas.microsoft.com/office/drawing/2014/main" id="{8BCBC235-A128-6E7B-7AE0-3EEE336098F6}"/>
                </a:ext>
              </a:extLst>
            </p:cNvPr>
            <p:cNvSpPr txBox="1"/>
            <p:nvPr/>
          </p:nvSpPr>
          <p:spPr>
            <a:xfrm>
              <a:off x="9475431" y="2935692"/>
              <a:ext cx="1945195" cy="338554"/>
            </a:xfrm>
            <a:prstGeom prst="rect">
              <a:avLst/>
            </a:prstGeom>
            <a:noFill/>
          </p:spPr>
          <p:txBody>
            <a:bodyPr wrap="square" rtlCol="0">
              <a:spAutoFit/>
            </a:bodyPr>
            <a:lstStyle/>
            <a:p>
              <a:r>
                <a:rPr lang="en-US" sz="1600"/>
                <a:t>Classical Optimizer</a:t>
              </a:r>
            </a:p>
          </p:txBody>
        </p:sp>
      </p:grpSp>
      <p:grpSp>
        <p:nvGrpSpPr>
          <p:cNvPr id="15" name="Group 14">
            <a:extLst>
              <a:ext uri="{FF2B5EF4-FFF2-40B4-BE49-F238E27FC236}">
                <a16:creationId xmlns:a16="http://schemas.microsoft.com/office/drawing/2014/main" id="{6B75AC7A-CCEB-4CEC-B81F-6032D8132639}"/>
              </a:ext>
            </a:extLst>
          </p:cNvPr>
          <p:cNvGrpSpPr/>
          <p:nvPr/>
        </p:nvGrpSpPr>
        <p:grpSpPr>
          <a:xfrm>
            <a:off x="4435761" y="1196710"/>
            <a:ext cx="3662682" cy="2855299"/>
            <a:chOff x="4435761" y="1196710"/>
            <a:chExt cx="3662682" cy="2855299"/>
          </a:xfrm>
        </p:grpSpPr>
        <p:grpSp>
          <p:nvGrpSpPr>
            <p:cNvPr id="100" name="Group 99">
              <a:extLst>
                <a:ext uri="{FF2B5EF4-FFF2-40B4-BE49-F238E27FC236}">
                  <a16:creationId xmlns:a16="http://schemas.microsoft.com/office/drawing/2014/main" id="{DED9AB68-91D3-70A2-6AFC-CC26AD905E18}"/>
                </a:ext>
              </a:extLst>
            </p:cNvPr>
            <p:cNvGrpSpPr/>
            <p:nvPr/>
          </p:nvGrpSpPr>
          <p:grpSpPr>
            <a:xfrm>
              <a:off x="4660733" y="1196710"/>
              <a:ext cx="3197870" cy="2855299"/>
              <a:chOff x="4969479" y="1250213"/>
              <a:chExt cx="2934716" cy="2611307"/>
            </a:xfrm>
          </p:grpSpPr>
          <p:sp>
            <p:nvSpPr>
              <p:cNvPr id="64" name="Rectangle: Rounded Corners 63">
                <a:extLst>
                  <a:ext uri="{FF2B5EF4-FFF2-40B4-BE49-F238E27FC236}">
                    <a16:creationId xmlns:a16="http://schemas.microsoft.com/office/drawing/2014/main" id="{76BB82E2-7B66-A626-6051-248783BAEC19}"/>
                  </a:ext>
                </a:extLst>
              </p:cNvPr>
              <p:cNvSpPr/>
              <p:nvPr/>
            </p:nvSpPr>
            <p:spPr>
              <a:xfrm>
                <a:off x="4969479" y="1250213"/>
                <a:ext cx="2934716" cy="1849444"/>
              </a:xfrm>
              <a:prstGeom prst="roundRect">
                <a:avLst/>
              </a:prstGeom>
              <a:solidFill>
                <a:schemeClr val="bg2"/>
              </a:solidFill>
              <a:ln w="15875">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6" name="Group 115">
                <a:extLst>
                  <a:ext uri="{FF2B5EF4-FFF2-40B4-BE49-F238E27FC236}">
                    <a16:creationId xmlns:a16="http://schemas.microsoft.com/office/drawing/2014/main" id="{25997C66-8D6D-90DA-CD07-E9AD5A544DD4}"/>
                  </a:ext>
                </a:extLst>
              </p:cNvPr>
              <p:cNvGrpSpPr/>
              <p:nvPr/>
            </p:nvGrpSpPr>
            <p:grpSpPr>
              <a:xfrm>
                <a:off x="6298703" y="3039486"/>
                <a:ext cx="466109" cy="369332"/>
                <a:chOff x="5639348" y="3720590"/>
                <a:chExt cx="466109" cy="369332"/>
              </a:xfrm>
            </p:grpSpPr>
            <p:sp>
              <p:nvSpPr>
                <p:cNvPr id="84" name="TextBox 83">
                  <a:extLst>
                    <a:ext uri="{FF2B5EF4-FFF2-40B4-BE49-F238E27FC236}">
                      <a16:creationId xmlns:a16="http://schemas.microsoft.com/office/drawing/2014/main" id="{58475F60-E2A8-B54B-66CD-A066A79D38A6}"/>
                    </a:ext>
                  </a:extLst>
                </p:cNvPr>
                <p:cNvSpPr txBox="1"/>
                <p:nvPr/>
              </p:nvSpPr>
              <p:spPr>
                <a:xfrm>
                  <a:off x="5639348" y="3720590"/>
                  <a:ext cx="466109" cy="369332"/>
                </a:xfrm>
                <a:prstGeom prst="rect">
                  <a:avLst/>
                </a:prstGeom>
                <a:noFill/>
              </p:spPr>
              <p:txBody>
                <a:bodyPr wrap="square" rtlCol="0">
                  <a:spAutoFit/>
                </a:bodyPr>
                <a:lstStyle/>
                <a:p>
                  <a:r>
                    <a:rPr lang="en-US"/>
                    <a:t>U</a:t>
                  </a:r>
                </a:p>
              </p:txBody>
            </p:sp>
            <p:pic>
              <p:nvPicPr>
                <p:cNvPr id="86" name="Picture 85">
                  <a:extLst>
                    <a:ext uri="{FF2B5EF4-FFF2-40B4-BE49-F238E27FC236}">
                      <a16:creationId xmlns:a16="http://schemas.microsoft.com/office/drawing/2014/main" id="{5D4F8FBD-5E39-A49A-EBFC-7224980CCE37}"/>
                    </a:ext>
                  </a:extLst>
                </p:cNvPr>
                <p:cNvPicPr>
                  <a:picLocks noChangeAspect="1"/>
                </p:cNvPicPr>
                <p:nvPr/>
              </p:nvPicPr>
              <p:blipFill>
                <a:blip r:embed="rId10"/>
                <a:stretch>
                  <a:fillRect/>
                </a:stretch>
              </p:blipFill>
              <p:spPr>
                <a:xfrm>
                  <a:off x="5848158" y="3842633"/>
                  <a:ext cx="187940" cy="247289"/>
                </a:xfrm>
                <a:prstGeom prst="rect">
                  <a:avLst/>
                </a:prstGeom>
              </p:spPr>
            </p:pic>
          </p:grpSp>
          <p:sp>
            <p:nvSpPr>
              <p:cNvPr id="8" name="TextBox 7">
                <a:extLst>
                  <a:ext uri="{FF2B5EF4-FFF2-40B4-BE49-F238E27FC236}">
                    <a16:creationId xmlns:a16="http://schemas.microsoft.com/office/drawing/2014/main" id="{BEB2EF1D-E034-8467-56DE-45DD2C3E147B}"/>
                  </a:ext>
                </a:extLst>
              </p:cNvPr>
              <p:cNvSpPr txBox="1"/>
              <p:nvPr/>
            </p:nvSpPr>
            <p:spPr>
              <a:xfrm>
                <a:off x="5050703" y="3326715"/>
                <a:ext cx="2806977" cy="534805"/>
              </a:xfrm>
              <a:prstGeom prst="rect">
                <a:avLst/>
              </a:prstGeom>
              <a:noFill/>
            </p:spPr>
            <p:txBody>
              <a:bodyPr wrap="square" rtlCol="0">
                <a:spAutoFit/>
              </a:bodyPr>
              <a:lstStyle/>
              <a:p>
                <a:pPr algn="ctr"/>
                <a:r>
                  <a:rPr lang="en-US" sz="1600" b="1">
                    <a:solidFill>
                      <a:srgbClr val="002060"/>
                    </a:solidFill>
                  </a:rPr>
                  <a:t>Parameterized Quantum </a:t>
                </a:r>
              </a:p>
              <a:p>
                <a:pPr algn="ctr"/>
                <a:r>
                  <a:rPr lang="en-US" sz="1600" b="1">
                    <a:solidFill>
                      <a:srgbClr val="002060"/>
                    </a:solidFill>
                  </a:rPr>
                  <a:t>Circuit (PQC)</a:t>
                </a:r>
              </a:p>
            </p:txBody>
          </p:sp>
        </p:grpSp>
        <p:grpSp>
          <p:nvGrpSpPr>
            <p:cNvPr id="2" name="Group 1">
              <a:extLst>
                <a:ext uri="{FF2B5EF4-FFF2-40B4-BE49-F238E27FC236}">
                  <a16:creationId xmlns:a16="http://schemas.microsoft.com/office/drawing/2014/main" id="{328AB809-1538-A851-7EC8-7E736FBB8806}"/>
                </a:ext>
              </a:extLst>
            </p:cNvPr>
            <p:cNvGrpSpPr/>
            <p:nvPr/>
          </p:nvGrpSpPr>
          <p:grpSpPr>
            <a:xfrm>
              <a:off x="4435761" y="1232350"/>
              <a:ext cx="3662682" cy="1964144"/>
              <a:chOff x="4435761" y="1232350"/>
              <a:chExt cx="3662682" cy="1964144"/>
            </a:xfrm>
          </p:grpSpPr>
          <p:pic>
            <p:nvPicPr>
              <p:cNvPr id="101" name="Picture 100">
                <a:extLst>
                  <a:ext uri="{FF2B5EF4-FFF2-40B4-BE49-F238E27FC236}">
                    <a16:creationId xmlns:a16="http://schemas.microsoft.com/office/drawing/2014/main" id="{D8E8EEC1-F57F-C98B-69F2-3105294EE4CD}"/>
                  </a:ext>
                </a:extLst>
              </p:cNvPr>
              <p:cNvPicPr>
                <a:picLocks noChangeAspect="1"/>
              </p:cNvPicPr>
              <p:nvPr/>
            </p:nvPicPr>
            <p:blipFill>
              <a:blip r:embed="rId11"/>
              <a:srcRect l="2251" r="57055"/>
              <a:stretch>
                <a:fillRect/>
              </a:stretch>
            </p:blipFill>
            <p:spPr>
              <a:xfrm>
                <a:off x="4435761" y="1232350"/>
                <a:ext cx="1743506" cy="1963401"/>
              </a:xfrm>
              <a:prstGeom prst="rect">
                <a:avLst/>
              </a:prstGeom>
            </p:spPr>
          </p:pic>
          <p:pic>
            <p:nvPicPr>
              <p:cNvPr id="102" name="Picture 101">
                <a:extLst>
                  <a:ext uri="{FF2B5EF4-FFF2-40B4-BE49-F238E27FC236}">
                    <a16:creationId xmlns:a16="http://schemas.microsoft.com/office/drawing/2014/main" id="{925E83A2-BEAA-C374-0835-78C1C96E09BB}"/>
                  </a:ext>
                </a:extLst>
              </p:cNvPr>
              <p:cNvPicPr>
                <a:picLocks noChangeAspect="1"/>
              </p:cNvPicPr>
              <p:nvPr/>
            </p:nvPicPr>
            <p:blipFill>
              <a:blip r:embed="rId11"/>
              <a:srcRect l="42700" r="12382"/>
              <a:stretch>
                <a:fillRect/>
              </a:stretch>
            </p:blipFill>
            <p:spPr>
              <a:xfrm>
                <a:off x="6173986" y="1233093"/>
                <a:ext cx="1924457" cy="1963401"/>
              </a:xfrm>
              <a:prstGeom prst="rect">
                <a:avLst/>
              </a:prstGeom>
            </p:spPr>
          </p:pic>
        </p:grpSp>
      </p:grpSp>
      <p:sp>
        <p:nvSpPr>
          <p:cNvPr id="14" name="Title 13">
            <a:extLst>
              <a:ext uri="{FF2B5EF4-FFF2-40B4-BE49-F238E27FC236}">
                <a16:creationId xmlns:a16="http://schemas.microsoft.com/office/drawing/2014/main" id="{5CC69465-BCF8-9072-5158-F1D76A5581E1}"/>
              </a:ext>
            </a:extLst>
          </p:cNvPr>
          <p:cNvSpPr>
            <a:spLocks noGrp="1"/>
          </p:cNvSpPr>
          <p:nvPr>
            <p:ph type="title"/>
          </p:nvPr>
        </p:nvSpPr>
        <p:spPr>
          <a:xfrm>
            <a:off x="48522" y="74537"/>
            <a:ext cx="12001611" cy="433179"/>
          </a:xfrm>
        </p:spPr>
        <p:txBody>
          <a:bodyPr>
            <a:normAutofit fontScale="90000"/>
          </a:bodyPr>
          <a:lstStyle/>
          <a:p>
            <a:r>
              <a:rPr lang="en-US"/>
              <a:t>Hybrid Quantum Classical Machine Learning Model</a:t>
            </a:r>
          </a:p>
        </p:txBody>
      </p:sp>
      <p:sp>
        <p:nvSpPr>
          <p:cNvPr id="3" name="Slide Number Placeholder 2">
            <a:extLst>
              <a:ext uri="{FF2B5EF4-FFF2-40B4-BE49-F238E27FC236}">
                <a16:creationId xmlns:a16="http://schemas.microsoft.com/office/drawing/2014/main" id="{AED60E7B-5836-43CF-812A-9B1D457CC94B}"/>
              </a:ext>
            </a:extLst>
          </p:cNvPr>
          <p:cNvSpPr>
            <a:spLocks noGrp="1"/>
          </p:cNvSpPr>
          <p:nvPr>
            <p:ph type="sldNum" sz="quarter" idx="12"/>
          </p:nvPr>
        </p:nvSpPr>
        <p:spPr/>
        <p:txBody>
          <a:bodyPr/>
          <a:lstStyle/>
          <a:p>
            <a:fld id="{B8661DC6-780D-41F1-B3E6-BAC31697093D}" type="slidenum">
              <a:rPr lang="en-US" smtClean="0"/>
              <a:pPr/>
              <a:t>2</a:t>
            </a:fld>
            <a:endParaRPr lang="en-US"/>
          </a:p>
        </p:txBody>
      </p:sp>
      <p:grpSp>
        <p:nvGrpSpPr>
          <p:cNvPr id="28" name="Group 27">
            <a:extLst>
              <a:ext uri="{FF2B5EF4-FFF2-40B4-BE49-F238E27FC236}">
                <a16:creationId xmlns:a16="http://schemas.microsoft.com/office/drawing/2014/main" id="{EB42F40A-DC21-FBB1-D49D-EA02B3AD2218}"/>
              </a:ext>
            </a:extLst>
          </p:cNvPr>
          <p:cNvGrpSpPr/>
          <p:nvPr/>
        </p:nvGrpSpPr>
        <p:grpSpPr>
          <a:xfrm>
            <a:off x="-135993" y="3644466"/>
            <a:ext cx="6591963" cy="2575136"/>
            <a:chOff x="-135993" y="3644466"/>
            <a:chExt cx="6591963" cy="2575136"/>
          </a:xfrm>
        </p:grpSpPr>
        <p:sp>
          <p:nvSpPr>
            <p:cNvPr id="141" name="TextBox 140">
              <a:extLst>
                <a:ext uri="{FF2B5EF4-FFF2-40B4-BE49-F238E27FC236}">
                  <a16:creationId xmlns:a16="http://schemas.microsoft.com/office/drawing/2014/main" id="{364F3E94-410E-135C-A33C-94956E694B8E}"/>
                </a:ext>
              </a:extLst>
            </p:cNvPr>
            <p:cNvSpPr txBox="1"/>
            <p:nvPr/>
          </p:nvSpPr>
          <p:spPr>
            <a:xfrm>
              <a:off x="161341" y="4173185"/>
              <a:ext cx="2494443" cy="461665"/>
            </a:xfrm>
            <a:prstGeom prst="rect">
              <a:avLst/>
            </a:prstGeom>
            <a:noFill/>
          </p:spPr>
          <p:txBody>
            <a:bodyPr wrap="square" rtlCol="0">
              <a:spAutoFit/>
            </a:bodyPr>
            <a:lstStyle/>
            <a:p>
              <a:r>
                <a:rPr lang="en-US" sz="2400"/>
                <a:t>V = [x</a:t>
              </a:r>
              <a:r>
                <a:rPr lang="en-US" sz="2400" baseline="-25000"/>
                <a:t>1</a:t>
              </a:r>
              <a:r>
                <a:rPr lang="en-US" sz="2400"/>
                <a:t>, x</a:t>
              </a:r>
              <a:r>
                <a:rPr lang="en-US" sz="2400" baseline="-25000"/>
                <a:t>2</a:t>
              </a:r>
              <a:r>
                <a:rPr lang="en-US" sz="2400"/>
                <a:t>, x</a:t>
              </a:r>
              <a:r>
                <a:rPr lang="en-US" sz="2400" baseline="-25000"/>
                <a:t>3</a:t>
              </a:r>
              <a:r>
                <a:rPr lang="en-US" sz="2400"/>
                <a:t>]</a:t>
              </a:r>
            </a:p>
          </p:txBody>
        </p:sp>
        <p:grpSp>
          <p:nvGrpSpPr>
            <p:cNvPr id="203" name="Group 202">
              <a:extLst>
                <a:ext uri="{FF2B5EF4-FFF2-40B4-BE49-F238E27FC236}">
                  <a16:creationId xmlns:a16="http://schemas.microsoft.com/office/drawing/2014/main" id="{76A0B242-4BD8-A70A-53A2-B24C3E20657C}"/>
                </a:ext>
              </a:extLst>
            </p:cNvPr>
            <p:cNvGrpSpPr/>
            <p:nvPr/>
          </p:nvGrpSpPr>
          <p:grpSpPr>
            <a:xfrm>
              <a:off x="2657868" y="4480962"/>
              <a:ext cx="1623614" cy="1738640"/>
              <a:chOff x="4398737" y="4144195"/>
              <a:chExt cx="1706535" cy="1891193"/>
            </a:xfrm>
          </p:grpSpPr>
          <p:sp>
            <p:nvSpPr>
              <p:cNvPr id="199" name="TextBox 198">
                <a:extLst>
                  <a:ext uri="{FF2B5EF4-FFF2-40B4-BE49-F238E27FC236}">
                    <a16:creationId xmlns:a16="http://schemas.microsoft.com/office/drawing/2014/main" id="{1A76375F-8C70-3B27-FBD6-0C1707A80A0D}"/>
                  </a:ext>
                </a:extLst>
              </p:cNvPr>
              <p:cNvSpPr txBox="1"/>
              <p:nvPr/>
            </p:nvSpPr>
            <p:spPr>
              <a:xfrm>
                <a:off x="5893533" y="5052193"/>
                <a:ext cx="211739" cy="435217"/>
              </a:xfrm>
              <a:prstGeom prst="rect">
                <a:avLst/>
              </a:prstGeom>
              <a:noFill/>
            </p:spPr>
            <p:txBody>
              <a:bodyPr wrap="square" rtlCol="0">
                <a:spAutoFit/>
              </a:bodyPr>
              <a:lstStyle/>
              <a:p>
                <a:r>
                  <a:rPr lang="en-US" sz="2000"/>
                  <a:t>x</a:t>
                </a:r>
              </a:p>
            </p:txBody>
          </p:sp>
          <p:grpSp>
            <p:nvGrpSpPr>
              <p:cNvPr id="202" name="Group 201">
                <a:extLst>
                  <a:ext uri="{FF2B5EF4-FFF2-40B4-BE49-F238E27FC236}">
                    <a16:creationId xmlns:a16="http://schemas.microsoft.com/office/drawing/2014/main" id="{466D50E3-CDE7-5A29-7BAC-AFAE4821DBF2}"/>
                  </a:ext>
                </a:extLst>
              </p:cNvPr>
              <p:cNvGrpSpPr/>
              <p:nvPr/>
            </p:nvGrpSpPr>
            <p:grpSpPr>
              <a:xfrm>
                <a:off x="4398737" y="4144195"/>
                <a:ext cx="1516054" cy="1891193"/>
                <a:chOff x="4398737" y="4144195"/>
                <a:chExt cx="1516054" cy="1891193"/>
              </a:xfrm>
            </p:grpSpPr>
            <p:grpSp>
              <p:nvGrpSpPr>
                <p:cNvPr id="168" name="Group 167">
                  <a:extLst>
                    <a:ext uri="{FF2B5EF4-FFF2-40B4-BE49-F238E27FC236}">
                      <a16:creationId xmlns:a16="http://schemas.microsoft.com/office/drawing/2014/main" id="{2E827CB9-64CF-AABB-5F3C-D97886682587}"/>
                    </a:ext>
                  </a:extLst>
                </p:cNvPr>
                <p:cNvGrpSpPr/>
                <p:nvPr/>
              </p:nvGrpSpPr>
              <p:grpSpPr>
                <a:xfrm>
                  <a:off x="4398737" y="4489799"/>
                  <a:ext cx="1516054" cy="1545589"/>
                  <a:chOff x="5498015" y="4585214"/>
                  <a:chExt cx="1516054" cy="1545589"/>
                </a:xfrm>
              </p:grpSpPr>
              <p:sp>
                <p:nvSpPr>
                  <p:cNvPr id="154" name="Oval 153">
                    <a:extLst>
                      <a:ext uri="{FF2B5EF4-FFF2-40B4-BE49-F238E27FC236}">
                        <a16:creationId xmlns:a16="http://schemas.microsoft.com/office/drawing/2014/main" id="{B70EDEB2-38D1-697E-C920-9C8723CA9444}"/>
                      </a:ext>
                    </a:extLst>
                  </p:cNvPr>
                  <p:cNvSpPr/>
                  <p:nvPr/>
                </p:nvSpPr>
                <p:spPr>
                  <a:xfrm>
                    <a:off x="5498019" y="4585214"/>
                    <a:ext cx="1516050" cy="1545589"/>
                  </a:xfrm>
                  <a:prstGeom prst="ellipse">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2700000" scaled="1"/>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5DBF70DE-9903-D7DB-1F4A-7B6C34CED938}"/>
                      </a:ext>
                    </a:extLst>
                  </p:cNvPr>
                  <p:cNvSpPr/>
                  <p:nvPr/>
                </p:nvSpPr>
                <p:spPr>
                  <a:xfrm>
                    <a:off x="5498015" y="5106238"/>
                    <a:ext cx="1516049" cy="562440"/>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1221FD3A-531F-018F-25F4-6E826BE044CD}"/>
                      </a:ext>
                    </a:extLst>
                  </p:cNvPr>
                  <p:cNvSpPr/>
                  <p:nvPr/>
                </p:nvSpPr>
                <p:spPr>
                  <a:xfrm rot="16200000">
                    <a:off x="5504139" y="5082961"/>
                    <a:ext cx="1516049" cy="562440"/>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8" name="Straight Connector 157">
                    <a:extLst>
                      <a:ext uri="{FF2B5EF4-FFF2-40B4-BE49-F238E27FC236}">
                        <a16:creationId xmlns:a16="http://schemas.microsoft.com/office/drawing/2014/main" id="{F79A8F71-B833-148A-818D-A3A888128882}"/>
                      </a:ext>
                    </a:extLst>
                  </p:cNvPr>
                  <p:cNvCxnSpPr>
                    <a:cxnSpLocks/>
                    <a:endCxn id="154" idx="6"/>
                  </p:cNvCxnSpPr>
                  <p:nvPr/>
                </p:nvCxnSpPr>
                <p:spPr>
                  <a:xfrm>
                    <a:off x="6271174" y="5358013"/>
                    <a:ext cx="7428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B1F38E19-4C48-87C8-C4CD-C31323DFA04C}"/>
                      </a:ext>
                    </a:extLst>
                  </p:cNvPr>
                  <p:cNvCxnSpPr>
                    <a:cxnSpLocks/>
                  </p:cNvCxnSpPr>
                  <p:nvPr/>
                </p:nvCxnSpPr>
                <p:spPr>
                  <a:xfrm flipH="1" flipV="1">
                    <a:off x="6254213" y="4606157"/>
                    <a:ext cx="16956" cy="75185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709CFFC9-531D-CEC5-0748-15C87173DE64}"/>
                      </a:ext>
                    </a:extLst>
                  </p:cNvPr>
                  <p:cNvCxnSpPr>
                    <a:cxnSpLocks/>
                  </p:cNvCxnSpPr>
                  <p:nvPr/>
                </p:nvCxnSpPr>
                <p:spPr>
                  <a:xfrm flipH="1">
                    <a:off x="5980944" y="5349411"/>
                    <a:ext cx="298179" cy="319268"/>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0" name="Straight Arrow Connector 169">
                  <a:extLst>
                    <a:ext uri="{FF2B5EF4-FFF2-40B4-BE49-F238E27FC236}">
                      <a16:creationId xmlns:a16="http://schemas.microsoft.com/office/drawing/2014/main" id="{2E81A768-E960-E44A-27F8-D94AC5959F63}"/>
                    </a:ext>
                  </a:extLst>
                </p:cNvPr>
                <p:cNvCxnSpPr>
                  <a:cxnSpLocks/>
                  <a:endCxn id="156" idx="5"/>
                </p:cNvCxnSpPr>
                <p:nvPr/>
              </p:nvCxnSpPr>
              <p:spPr>
                <a:xfrm flipV="1">
                  <a:off x="5179842" y="4732762"/>
                  <a:ext cx="181897" cy="529833"/>
                </a:xfrm>
                <a:prstGeom prst="straightConnector1">
                  <a:avLst/>
                </a:prstGeom>
                <a:ln w="19050">
                  <a:solidFill>
                    <a:srgbClr val="F7E1F4"/>
                  </a:solidFill>
                  <a:tailEnd type="triangle"/>
                </a:ln>
              </p:spPr>
              <p:style>
                <a:lnRef idx="2">
                  <a:schemeClr val="accent1"/>
                </a:lnRef>
                <a:fillRef idx="0">
                  <a:schemeClr val="accent1"/>
                </a:fillRef>
                <a:effectRef idx="1">
                  <a:schemeClr val="accent1"/>
                </a:effectRef>
                <a:fontRef idx="minor">
                  <a:schemeClr val="tx1"/>
                </a:fontRef>
              </p:style>
            </p:cxnSp>
            <p:sp>
              <p:nvSpPr>
                <p:cNvPr id="173" name="TextBox 172">
                  <a:extLst>
                    <a:ext uri="{FF2B5EF4-FFF2-40B4-BE49-F238E27FC236}">
                      <a16:creationId xmlns:a16="http://schemas.microsoft.com/office/drawing/2014/main" id="{47282C73-9D7D-D14A-28E2-C8300B064BA5}"/>
                    </a:ext>
                  </a:extLst>
                </p:cNvPr>
                <p:cNvSpPr txBox="1"/>
                <p:nvPr/>
              </p:nvSpPr>
              <p:spPr>
                <a:xfrm flipH="1">
                  <a:off x="5104843" y="4532916"/>
                  <a:ext cx="209774" cy="368260"/>
                </a:xfrm>
                <a:prstGeom prst="rect">
                  <a:avLst/>
                </a:prstGeom>
                <a:noFill/>
              </p:spPr>
              <p:txBody>
                <a:bodyPr wrap="square" rtlCol="0">
                  <a:spAutoFit/>
                </a:bodyPr>
                <a:lstStyle/>
                <a:p>
                  <a:r>
                    <a:rPr lang="el-GR" sz="1600">
                      <a:solidFill>
                        <a:srgbClr val="F7E1F4"/>
                      </a:solidFill>
                    </a:rPr>
                    <a:t>θ</a:t>
                  </a:r>
                  <a:endParaRPr lang="en-US" sz="1600">
                    <a:solidFill>
                      <a:srgbClr val="F7E1F4"/>
                    </a:solidFill>
                  </a:endParaRPr>
                </a:p>
              </p:txBody>
            </p:sp>
            <p:sp>
              <p:nvSpPr>
                <p:cNvPr id="198" name="TextBox 197">
                  <a:extLst>
                    <a:ext uri="{FF2B5EF4-FFF2-40B4-BE49-F238E27FC236}">
                      <a16:creationId xmlns:a16="http://schemas.microsoft.com/office/drawing/2014/main" id="{417C31BA-FB5E-7309-1F2F-79FD95C4DC25}"/>
                    </a:ext>
                  </a:extLst>
                </p:cNvPr>
                <p:cNvSpPr txBox="1"/>
                <p:nvPr/>
              </p:nvSpPr>
              <p:spPr>
                <a:xfrm>
                  <a:off x="5009366" y="4144195"/>
                  <a:ext cx="211739" cy="435217"/>
                </a:xfrm>
                <a:prstGeom prst="rect">
                  <a:avLst/>
                </a:prstGeom>
                <a:noFill/>
              </p:spPr>
              <p:txBody>
                <a:bodyPr wrap="square" rtlCol="0">
                  <a:spAutoFit/>
                </a:bodyPr>
                <a:lstStyle/>
                <a:p>
                  <a:r>
                    <a:rPr lang="en-US" sz="2000"/>
                    <a:t>y</a:t>
                  </a:r>
                </a:p>
              </p:txBody>
            </p:sp>
            <p:sp>
              <p:nvSpPr>
                <p:cNvPr id="200" name="TextBox 199">
                  <a:extLst>
                    <a:ext uri="{FF2B5EF4-FFF2-40B4-BE49-F238E27FC236}">
                      <a16:creationId xmlns:a16="http://schemas.microsoft.com/office/drawing/2014/main" id="{5F2897A5-0614-F941-E7FC-68DBD08FF5B4}"/>
                    </a:ext>
                  </a:extLst>
                </p:cNvPr>
                <p:cNvSpPr txBox="1"/>
                <p:nvPr/>
              </p:nvSpPr>
              <p:spPr>
                <a:xfrm>
                  <a:off x="4617406" y="5464419"/>
                  <a:ext cx="211739" cy="435217"/>
                </a:xfrm>
                <a:prstGeom prst="rect">
                  <a:avLst/>
                </a:prstGeom>
                <a:noFill/>
              </p:spPr>
              <p:txBody>
                <a:bodyPr wrap="square" rtlCol="0">
                  <a:spAutoFit/>
                </a:bodyPr>
                <a:lstStyle/>
                <a:p>
                  <a:r>
                    <a:rPr lang="en-US" sz="2000"/>
                    <a:t>z</a:t>
                  </a:r>
                </a:p>
              </p:txBody>
            </p:sp>
          </p:grpSp>
        </p:grpSp>
        <p:sp>
          <p:nvSpPr>
            <p:cNvPr id="201" name="TextBox 200">
              <a:extLst>
                <a:ext uri="{FF2B5EF4-FFF2-40B4-BE49-F238E27FC236}">
                  <a16:creationId xmlns:a16="http://schemas.microsoft.com/office/drawing/2014/main" id="{6B2C5853-286B-1ECC-C228-F15C66A0CDED}"/>
                </a:ext>
              </a:extLst>
            </p:cNvPr>
            <p:cNvSpPr txBox="1"/>
            <p:nvPr/>
          </p:nvSpPr>
          <p:spPr>
            <a:xfrm>
              <a:off x="4052327" y="4243005"/>
              <a:ext cx="2403643" cy="1015663"/>
            </a:xfrm>
            <a:prstGeom prst="rect">
              <a:avLst/>
            </a:prstGeom>
            <a:noFill/>
          </p:spPr>
          <p:txBody>
            <a:bodyPr wrap="square" rtlCol="0">
              <a:spAutoFit/>
            </a:bodyPr>
            <a:lstStyle/>
            <a:p>
              <a:r>
                <a:rPr lang="en-US" sz="2000">
                  <a:solidFill>
                    <a:srgbClr val="C00000"/>
                  </a:solidFill>
                </a:rPr>
                <a:t>Q</a:t>
              </a:r>
              <a:r>
                <a:rPr lang="en-US" sz="2000" baseline="-25000">
                  <a:solidFill>
                    <a:srgbClr val="C00000"/>
                  </a:solidFill>
                </a:rPr>
                <a:t>0</a:t>
              </a:r>
              <a:r>
                <a:rPr lang="en-US" sz="2000">
                  <a:solidFill>
                    <a:srgbClr val="C00000"/>
                  </a:solidFill>
                </a:rPr>
                <a:t>: R</a:t>
              </a:r>
              <a:r>
                <a:rPr lang="en-US" sz="2000" baseline="-25000">
                  <a:solidFill>
                    <a:srgbClr val="C00000"/>
                  </a:solidFill>
                </a:rPr>
                <a:t>y</a:t>
              </a:r>
              <a:r>
                <a:rPr lang="en-US" sz="2000">
                  <a:solidFill>
                    <a:srgbClr val="C00000"/>
                  </a:solidFill>
                </a:rPr>
                <a:t>(</a:t>
              </a:r>
              <a:r>
                <a:rPr lang="el-GR" sz="2000"/>
                <a:t>θ</a:t>
              </a:r>
              <a:r>
                <a:rPr lang="en-US" sz="2000" baseline="-25000"/>
                <a:t>1</a:t>
              </a:r>
              <a:r>
                <a:rPr lang="en-US" sz="2000">
                  <a:solidFill>
                    <a:srgbClr val="C00000"/>
                  </a:solidFill>
                </a:rPr>
                <a:t>) |0&gt;</a:t>
              </a:r>
            </a:p>
            <a:p>
              <a:r>
                <a:rPr lang="en-US" sz="2000">
                  <a:solidFill>
                    <a:srgbClr val="C00000"/>
                  </a:solidFill>
                </a:rPr>
                <a:t>Q</a:t>
              </a:r>
              <a:r>
                <a:rPr lang="en-US" sz="2000" baseline="-25000">
                  <a:solidFill>
                    <a:srgbClr val="C00000"/>
                  </a:solidFill>
                </a:rPr>
                <a:t>1</a:t>
              </a:r>
              <a:r>
                <a:rPr lang="en-US" sz="2000">
                  <a:solidFill>
                    <a:srgbClr val="C00000"/>
                  </a:solidFill>
                </a:rPr>
                <a:t>: R</a:t>
              </a:r>
              <a:r>
                <a:rPr lang="en-US" sz="2000" baseline="-25000">
                  <a:solidFill>
                    <a:srgbClr val="C00000"/>
                  </a:solidFill>
                </a:rPr>
                <a:t>y</a:t>
              </a:r>
              <a:r>
                <a:rPr lang="en-US" sz="2000">
                  <a:solidFill>
                    <a:srgbClr val="C00000"/>
                  </a:solidFill>
                </a:rPr>
                <a:t>(</a:t>
              </a:r>
              <a:r>
                <a:rPr lang="el-GR" sz="2000"/>
                <a:t>θ</a:t>
              </a:r>
              <a:r>
                <a:rPr lang="en-US" sz="2000" baseline="-25000"/>
                <a:t>2</a:t>
              </a:r>
              <a:r>
                <a:rPr lang="en-US" sz="2000">
                  <a:solidFill>
                    <a:srgbClr val="C00000"/>
                  </a:solidFill>
                </a:rPr>
                <a:t>) |0&gt;</a:t>
              </a:r>
            </a:p>
            <a:p>
              <a:r>
                <a:rPr lang="en-US" sz="2000">
                  <a:solidFill>
                    <a:srgbClr val="C00000"/>
                  </a:solidFill>
                </a:rPr>
                <a:t>Q</a:t>
              </a:r>
              <a:r>
                <a:rPr lang="en-US" sz="2000" baseline="-25000">
                  <a:solidFill>
                    <a:srgbClr val="C00000"/>
                  </a:solidFill>
                </a:rPr>
                <a:t>2</a:t>
              </a:r>
              <a:r>
                <a:rPr lang="en-US" sz="2000">
                  <a:solidFill>
                    <a:srgbClr val="C00000"/>
                  </a:solidFill>
                </a:rPr>
                <a:t>: R</a:t>
              </a:r>
              <a:r>
                <a:rPr lang="en-US" sz="2000" baseline="-25000">
                  <a:solidFill>
                    <a:srgbClr val="C00000"/>
                  </a:solidFill>
                </a:rPr>
                <a:t>y</a:t>
              </a:r>
              <a:r>
                <a:rPr lang="en-US" sz="2000">
                  <a:solidFill>
                    <a:srgbClr val="C00000"/>
                  </a:solidFill>
                </a:rPr>
                <a:t>(</a:t>
              </a:r>
              <a:r>
                <a:rPr lang="el-GR" sz="2000"/>
                <a:t>θ</a:t>
              </a:r>
              <a:r>
                <a:rPr lang="en-US" sz="2000" baseline="-25000"/>
                <a:t>3</a:t>
              </a:r>
              <a:r>
                <a:rPr lang="en-US" sz="2000">
                  <a:solidFill>
                    <a:srgbClr val="C00000"/>
                  </a:solidFill>
                </a:rPr>
                <a:t>) |0&gt;</a:t>
              </a:r>
              <a:endParaRPr lang="en-US" sz="2000"/>
            </a:p>
          </p:txBody>
        </p:sp>
        <p:sp>
          <p:nvSpPr>
            <p:cNvPr id="73" name="TextBox 72">
              <a:extLst>
                <a:ext uri="{FF2B5EF4-FFF2-40B4-BE49-F238E27FC236}">
                  <a16:creationId xmlns:a16="http://schemas.microsoft.com/office/drawing/2014/main" id="{83EA33AA-D40F-71E6-5688-63A361B5A8F5}"/>
                </a:ext>
              </a:extLst>
            </p:cNvPr>
            <p:cNvSpPr txBox="1"/>
            <p:nvPr/>
          </p:nvSpPr>
          <p:spPr>
            <a:xfrm>
              <a:off x="1645767" y="3644466"/>
              <a:ext cx="2747326" cy="400110"/>
            </a:xfrm>
            <a:prstGeom prst="rect">
              <a:avLst/>
            </a:prstGeom>
            <a:noFill/>
          </p:spPr>
          <p:txBody>
            <a:bodyPr wrap="square" rtlCol="0">
              <a:spAutoFit/>
            </a:bodyPr>
            <a:lstStyle/>
            <a:p>
              <a:r>
                <a:rPr lang="en-US" sz="2000" b="1">
                  <a:ln w="0"/>
                  <a:effectLst>
                    <a:outerShdw blurRad="38100" dist="19050" dir="2700000" algn="tl" rotWithShape="0">
                      <a:schemeClr val="dk1">
                        <a:alpha val="40000"/>
                      </a:schemeClr>
                    </a:outerShdw>
                  </a:effectLst>
                </a:rPr>
                <a:t>Angle Encoding</a:t>
              </a:r>
            </a:p>
          </p:txBody>
        </p:sp>
        <p:cxnSp>
          <p:nvCxnSpPr>
            <p:cNvPr id="20" name="Straight Arrow Connector 19">
              <a:extLst>
                <a:ext uri="{FF2B5EF4-FFF2-40B4-BE49-F238E27FC236}">
                  <a16:creationId xmlns:a16="http://schemas.microsoft.com/office/drawing/2014/main" id="{C35730C3-FD55-542F-3D9A-F95B6656D701}"/>
                </a:ext>
              </a:extLst>
            </p:cNvPr>
            <p:cNvCxnSpPr>
              <a:cxnSpLocks/>
            </p:cNvCxnSpPr>
            <p:nvPr/>
          </p:nvCxnSpPr>
          <p:spPr>
            <a:xfrm>
              <a:off x="1238160" y="4723662"/>
              <a:ext cx="0" cy="9064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D305B0A3-4AF5-DC4A-9FF9-60BD39FAD280}"/>
                </a:ext>
              </a:extLst>
            </p:cNvPr>
            <p:cNvSpPr txBox="1"/>
            <p:nvPr/>
          </p:nvSpPr>
          <p:spPr>
            <a:xfrm>
              <a:off x="530518" y="5618281"/>
              <a:ext cx="1679537" cy="461665"/>
            </a:xfrm>
            <a:prstGeom prst="rect">
              <a:avLst/>
            </a:prstGeom>
            <a:noFill/>
          </p:spPr>
          <p:txBody>
            <a:bodyPr wrap="square">
              <a:spAutoFit/>
            </a:bodyPr>
            <a:lstStyle/>
            <a:p>
              <a:r>
                <a:rPr lang="en-US" sz="2400"/>
                <a:t>[</a:t>
              </a:r>
              <a:r>
                <a:rPr lang="el-GR" sz="2400"/>
                <a:t>θ</a:t>
              </a:r>
              <a:r>
                <a:rPr lang="en-US" sz="2400" baseline="-25000"/>
                <a:t>1</a:t>
              </a:r>
              <a:r>
                <a:rPr lang="en-US" sz="2400"/>
                <a:t>, </a:t>
              </a:r>
              <a:r>
                <a:rPr lang="el-GR" sz="2400"/>
                <a:t>θ</a:t>
              </a:r>
              <a:r>
                <a:rPr lang="en-US" sz="2400" baseline="-25000"/>
                <a:t>2</a:t>
              </a:r>
              <a:r>
                <a:rPr lang="en-US" sz="2400"/>
                <a:t>, </a:t>
              </a:r>
              <a:r>
                <a:rPr lang="el-GR" sz="2400"/>
                <a:t>θ</a:t>
              </a:r>
              <a:r>
                <a:rPr lang="en-US" sz="2400" baseline="-25000"/>
                <a:t>3</a:t>
              </a:r>
              <a:r>
                <a:rPr lang="en-US" sz="2400"/>
                <a:t>]</a:t>
              </a:r>
            </a:p>
          </p:txBody>
        </p:sp>
        <p:sp>
          <p:nvSpPr>
            <p:cNvPr id="23" name="TextBox 22">
              <a:extLst>
                <a:ext uri="{FF2B5EF4-FFF2-40B4-BE49-F238E27FC236}">
                  <a16:creationId xmlns:a16="http://schemas.microsoft.com/office/drawing/2014/main" id="{0B7AD8D0-14D4-633C-1361-21B0228AAC62}"/>
                </a:ext>
              </a:extLst>
            </p:cNvPr>
            <p:cNvSpPr txBox="1"/>
            <p:nvPr/>
          </p:nvSpPr>
          <p:spPr>
            <a:xfrm>
              <a:off x="-135993" y="4807885"/>
              <a:ext cx="1533060" cy="707886"/>
            </a:xfrm>
            <a:prstGeom prst="rect">
              <a:avLst/>
            </a:prstGeom>
            <a:noFill/>
          </p:spPr>
          <p:txBody>
            <a:bodyPr wrap="square" rtlCol="0">
              <a:spAutoFit/>
            </a:bodyPr>
            <a:lstStyle/>
            <a:p>
              <a:pPr algn="ctr"/>
              <a:r>
                <a:rPr lang="en-US" sz="2000">
                  <a:solidFill>
                    <a:schemeClr val="tx2">
                      <a:lumMod val="50000"/>
                      <a:lumOff val="50000"/>
                    </a:schemeClr>
                  </a:solidFill>
                </a:rPr>
                <a:t>Normalize </a:t>
              </a:r>
            </a:p>
            <a:p>
              <a:pPr algn="ctr"/>
              <a:r>
                <a:rPr lang="en-US" sz="2000">
                  <a:solidFill>
                    <a:schemeClr val="tx2">
                      <a:lumMod val="50000"/>
                      <a:lumOff val="50000"/>
                    </a:schemeClr>
                  </a:solidFill>
                </a:rPr>
                <a:t>[0 – </a:t>
              </a:r>
              <a:r>
                <a:rPr lang="el-GR" sz="2000">
                  <a:solidFill>
                    <a:schemeClr val="tx2">
                      <a:lumMod val="50000"/>
                      <a:lumOff val="50000"/>
                    </a:schemeClr>
                  </a:solidFill>
                </a:rPr>
                <a:t>π</a:t>
              </a:r>
              <a:r>
                <a:rPr lang="en-US" sz="2000">
                  <a:solidFill>
                    <a:schemeClr val="tx2">
                      <a:lumMod val="50000"/>
                      <a:lumOff val="50000"/>
                    </a:schemeClr>
                  </a:solidFill>
                </a:rPr>
                <a:t>]</a:t>
              </a:r>
            </a:p>
          </p:txBody>
        </p:sp>
      </p:grpSp>
      <p:grpSp>
        <p:nvGrpSpPr>
          <p:cNvPr id="17" name="Group 16">
            <a:extLst>
              <a:ext uri="{FF2B5EF4-FFF2-40B4-BE49-F238E27FC236}">
                <a16:creationId xmlns:a16="http://schemas.microsoft.com/office/drawing/2014/main" id="{AECF0822-1C6C-DDDB-38F3-172EA30B6AED}"/>
              </a:ext>
            </a:extLst>
          </p:cNvPr>
          <p:cNvGrpSpPr/>
          <p:nvPr/>
        </p:nvGrpSpPr>
        <p:grpSpPr>
          <a:xfrm>
            <a:off x="6617053" y="3636580"/>
            <a:ext cx="6116308" cy="2975021"/>
            <a:chOff x="6617053" y="3636580"/>
            <a:chExt cx="6116308" cy="2975021"/>
          </a:xfrm>
        </p:grpSpPr>
        <p:grpSp>
          <p:nvGrpSpPr>
            <p:cNvPr id="34" name="Group 33">
              <a:extLst>
                <a:ext uri="{FF2B5EF4-FFF2-40B4-BE49-F238E27FC236}">
                  <a16:creationId xmlns:a16="http://schemas.microsoft.com/office/drawing/2014/main" id="{FFCDAD86-02D4-A3E6-5EDF-0A5F40BF2B3B}"/>
                </a:ext>
              </a:extLst>
            </p:cNvPr>
            <p:cNvGrpSpPr/>
            <p:nvPr/>
          </p:nvGrpSpPr>
          <p:grpSpPr>
            <a:xfrm>
              <a:off x="6617053" y="3636580"/>
              <a:ext cx="6116308" cy="2975021"/>
              <a:chOff x="6617053" y="3636580"/>
              <a:chExt cx="6116308" cy="2975021"/>
            </a:xfrm>
          </p:grpSpPr>
          <p:grpSp>
            <p:nvGrpSpPr>
              <p:cNvPr id="97" name="Group 96">
                <a:extLst>
                  <a:ext uri="{FF2B5EF4-FFF2-40B4-BE49-F238E27FC236}">
                    <a16:creationId xmlns:a16="http://schemas.microsoft.com/office/drawing/2014/main" id="{10550994-BC62-6D8D-5D2B-C5B2D4AECAC3}"/>
                  </a:ext>
                </a:extLst>
              </p:cNvPr>
              <p:cNvGrpSpPr/>
              <p:nvPr/>
            </p:nvGrpSpPr>
            <p:grpSpPr>
              <a:xfrm>
                <a:off x="7858603" y="4557713"/>
                <a:ext cx="3865200" cy="1260623"/>
                <a:chOff x="7750038" y="4791808"/>
                <a:chExt cx="3865200" cy="1260623"/>
              </a:xfrm>
            </p:grpSpPr>
            <p:sp>
              <p:nvSpPr>
                <p:cNvPr id="207" name="TextBox 206">
                  <a:extLst>
                    <a:ext uri="{FF2B5EF4-FFF2-40B4-BE49-F238E27FC236}">
                      <a16:creationId xmlns:a16="http://schemas.microsoft.com/office/drawing/2014/main" id="{93D21105-31B2-2DF6-C801-A05D965FDEAD}"/>
                    </a:ext>
                  </a:extLst>
                </p:cNvPr>
                <p:cNvSpPr txBox="1"/>
                <p:nvPr/>
              </p:nvSpPr>
              <p:spPr>
                <a:xfrm>
                  <a:off x="9970525" y="4791808"/>
                  <a:ext cx="1311688" cy="707886"/>
                </a:xfrm>
                <a:prstGeom prst="rect">
                  <a:avLst/>
                </a:prstGeom>
                <a:noFill/>
              </p:spPr>
              <p:txBody>
                <a:bodyPr wrap="square" rtlCol="0">
                  <a:spAutoFit/>
                </a:bodyPr>
                <a:lstStyle/>
                <a:p>
                  <a:pPr algn="ctr"/>
                  <a:r>
                    <a:rPr lang="en-US" sz="2000">
                      <a:solidFill>
                        <a:schemeClr val="tx2">
                          <a:lumMod val="50000"/>
                          <a:lumOff val="50000"/>
                        </a:schemeClr>
                      </a:solidFill>
                    </a:rPr>
                    <a:t>Normalize </a:t>
                  </a:r>
                </a:p>
                <a:p>
                  <a:pPr algn="ctr"/>
                  <a:r>
                    <a:rPr lang="en-US" sz="2000">
                      <a:solidFill>
                        <a:schemeClr val="tx2">
                          <a:lumMod val="50000"/>
                          <a:lumOff val="50000"/>
                        </a:schemeClr>
                      </a:solidFill>
                    </a:rPr>
                    <a:t>[ norm 1]</a:t>
                  </a:r>
                </a:p>
              </p:txBody>
            </p:sp>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7DE94B30-86C0-75DB-8823-0032185D734D}"/>
                        </a:ext>
                      </a:extLst>
                    </p:cNvPr>
                    <p:cNvSpPr txBox="1"/>
                    <p:nvPr/>
                  </p:nvSpPr>
                  <p:spPr>
                    <a:xfrm>
                      <a:off x="7750038" y="5545626"/>
                      <a:ext cx="3865200" cy="506805"/>
                    </a:xfrm>
                    <a:prstGeom prst="rect">
                      <a:avLst/>
                    </a:prstGeom>
                    <a:noFill/>
                  </p:spPr>
                  <p:txBody>
                    <a:bodyPr wrap="square" rtlCol="0">
                      <a:spAutoFit/>
                    </a:bodyPr>
                    <a:lstStyle/>
                    <a:p>
                      <a:r>
                        <a:rPr lang="en-US" sz="2400"/>
                        <a:t>||V||=</a:t>
                      </a:r>
                      <a14:m>
                        <m:oMath xmlns:m="http://schemas.openxmlformats.org/officeDocument/2006/math">
                          <m:rad>
                            <m:radPr>
                              <m:degHide m:val="on"/>
                              <m:ctrlPr>
                                <a:rPr lang="en-US" sz="2400" b="0" i="1" smtClean="0">
                                  <a:latin typeface="Cambria Math" panose="02040503050406030204" pitchFamily="18" charset="0"/>
                                  <a:ea typeface="Cambria Math" panose="02040503050406030204" pitchFamily="18" charset="0"/>
                                </a:rPr>
                              </m:ctrlPr>
                            </m:radPr>
                            <m:deg/>
                            <m:e>
                              <m:sSup>
                                <m:sSupPr>
                                  <m:ctrlPr>
                                    <a:rPr lang="en-US" sz="2400" b="0" i="1" smtClean="0">
                                      <a:latin typeface="Cambria Math" panose="02040503050406030204" pitchFamily="18" charset="0"/>
                                      <a:ea typeface="Cambria Math" panose="02040503050406030204" pitchFamily="18" charset="0"/>
                                    </a:rPr>
                                  </m:ctrlPr>
                                </m:sSupPr>
                                <m:e>
                                  <m:r>
                                    <m:rPr>
                                      <m:nor/>
                                    </m:rPr>
                                    <a:rPr lang="en-US" sz="2400" dirty="0"/>
                                    <m:t>x</m:t>
                                  </m:r>
                                  <m:r>
                                    <a:rPr lang="en-US" sz="2400" b="0" i="1" baseline="-25000" smtClean="0">
                                      <a:latin typeface="Cambria Math" panose="02040503050406030204" pitchFamily="18" charset="0"/>
                                      <a:ea typeface="Cambria Math" panose="02040503050406030204" pitchFamily="18" charset="0"/>
                                    </a:rPr>
                                    <m:t>1</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m:rPr>
                                      <m:nor/>
                                    </m:rPr>
                                    <a:rPr lang="en-US" sz="2400" dirty="0" smtClean="0"/>
                                    <m:t>x</m:t>
                                  </m:r>
                                  <m:r>
                                    <m:rPr>
                                      <m:nor/>
                                    </m:rPr>
                                    <a:rPr lang="en-US" sz="2400" baseline="-25000" dirty="0"/>
                                    <m:t>2</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m:rPr>
                                      <m:nor/>
                                    </m:rPr>
                                    <a:rPr lang="en-US" sz="2400" dirty="0"/>
                                    <m:t>x</m:t>
                                  </m:r>
                                  <m:r>
                                    <m:rPr>
                                      <m:nor/>
                                    </m:rPr>
                                    <a:rPr lang="en-US" sz="2400" baseline="-25000" dirty="0"/>
                                    <m:t>3</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0</m:t>
                                  </m:r>
                                </m:e>
                                <m:sup>
                                  <m:r>
                                    <a:rPr lang="en-US" sz="2400" b="0" i="1" smtClean="0">
                                      <a:latin typeface="Cambria Math" panose="02040503050406030204" pitchFamily="18" charset="0"/>
                                      <a:ea typeface="Cambria Math" panose="02040503050406030204" pitchFamily="18" charset="0"/>
                                    </a:rPr>
                                    <m:t>2</m:t>
                                  </m:r>
                                </m:sup>
                              </m:sSup>
                            </m:e>
                          </m:rad>
                        </m:oMath>
                      </a14:m>
                      <a:endParaRPr lang="en-US" sz="2400"/>
                    </a:p>
                  </p:txBody>
                </p:sp>
              </mc:Choice>
              <mc:Fallback>
                <p:sp>
                  <p:nvSpPr>
                    <p:cNvPr id="208" name="TextBox 207">
                      <a:extLst>
                        <a:ext uri="{FF2B5EF4-FFF2-40B4-BE49-F238E27FC236}">
                          <a16:creationId xmlns:a16="http://schemas.microsoft.com/office/drawing/2014/main" id="{7DE94B30-86C0-75DB-8823-0032185D734D}"/>
                        </a:ext>
                      </a:extLst>
                    </p:cNvPr>
                    <p:cNvSpPr txBox="1">
                      <a:spLocks noRot="1" noChangeAspect="1" noMove="1" noResize="1" noEditPoints="1" noAdjustHandles="1" noChangeArrowheads="1" noChangeShapeType="1" noTextEdit="1"/>
                    </p:cNvSpPr>
                    <p:nvPr/>
                  </p:nvSpPr>
                  <p:spPr>
                    <a:xfrm>
                      <a:off x="7750038" y="5545626"/>
                      <a:ext cx="3865200" cy="506805"/>
                    </a:xfrm>
                    <a:prstGeom prst="rect">
                      <a:avLst/>
                    </a:prstGeom>
                    <a:blipFill>
                      <a:blip r:embed="rId12"/>
                      <a:stretch>
                        <a:fillRect l="-2366" b="-27711"/>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210" name="TextBox 209">
                    <a:extLst>
                      <a:ext uri="{FF2B5EF4-FFF2-40B4-BE49-F238E27FC236}">
                        <a16:creationId xmlns:a16="http://schemas.microsoft.com/office/drawing/2014/main" id="{EBEBFB7B-9C39-B6E5-3A22-530272BB7099}"/>
                      </a:ext>
                    </a:extLst>
                  </p:cNvPr>
                  <p:cNvSpPr txBox="1"/>
                  <p:nvPr/>
                </p:nvSpPr>
                <p:spPr>
                  <a:xfrm>
                    <a:off x="6617053" y="5933723"/>
                    <a:ext cx="6116308" cy="677878"/>
                  </a:xfrm>
                  <a:prstGeom prst="rect">
                    <a:avLst/>
                  </a:prstGeom>
                  <a:noFill/>
                </p:spPr>
                <p:txBody>
                  <a:bodyPr wrap="square">
                    <a:spAutoFit/>
                  </a:bodyPr>
                  <a:lstStyle/>
                  <a:p>
                    <a:r>
                      <a:rPr lang="el-GR" sz="2400" b="0" i="0">
                        <a:solidFill>
                          <a:srgbClr val="C00000"/>
                        </a:solidFill>
                        <a:effectLst/>
                        <a:latin typeface="+mj-lt"/>
                      </a:rPr>
                      <a:t>∣</a:t>
                    </a:r>
                    <a:r>
                      <a:rPr lang="el-GR" sz="2400" b="0" i="1">
                        <a:solidFill>
                          <a:srgbClr val="C00000"/>
                        </a:solidFill>
                        <a:effectLst/>
                        <a:latin typeface="+mj-lt"/>
                      </a:rPr>
                      <a:t>ψ</a:t>
                    </a:r>
                    <a:r>
                      <a:rPr lang="en-US" sz="2400" b="0" i="1">
                        <a:solidFill>
                          <a:srgbClr val="C00000"/>
                        </a:solidFill>
                        <a:effectLst/>
                        <a:latin typeface="+mj-lt"/>
                      </a:rPr>
                      <a:t>(</a:t>
                    </a:r>
                    <a:r>
                      <a:rPr lang="en-US" sz="2400" i="1">
                        <a:latin typeface="+mj-lt"/>
                      </a:rPr>
                      <a:t>V</a:t>
                    </a:r>
                    <a:r>
                      <a:rPr lang="en-US" sz="2400" b="0" i="1">
                        <a:solidFill>
                          <a:srgbClr val="C00000"/>
                        </a:solidFill>
                        <a:effectLst/>
                        <a:latin typeface="+mj-lt"/>
                      </a:rPr>
                      <a:t>)</a:t>
                    </a:r>
                    <a:r>
                      <a:rPr lang="el-GR" sz="2400" b="0" i="0">
                        <a:solidFill>
                          <a:srgbClr val="C00000"/>
                        </a:solidFill>
                        <a:effectLst/>
                        <a:latin typeface="+mj-lt"/>
                      </a:rPr>
                      <a:t>⟩=</a:t>
                    </a:r>
                    <a14:m>
                      <m:oMath xmlns:m="http://schemas.openxmlformats.org/officeDocument/2006/math">
                        <m:f>
                          <m:fPr>
                            <m:ctrlPr>
                              <a:rPr lang="el-GR" sz="2400" i="1" smtClean="0">
                                <a:solidFill>
                                  <a:srgbClr val="C00000"/>
                                </a:solidFill>
                                <a:effectLst/>
                                <a:latin typeface="Cambria Math" panose="02040503050406030204" pitchFamily="18" charset="0"/>
                              </a:rPr>
                            </m:ctrlPr>
                          </m:fPr>
                          <m:num>
                            <m:r>
                              <a:rPr lang="en-US" sz="2400" b="0" i="1" smtClean="0">
                                <a:solidFill>
                                  <a:srgbClr val="C00000"/>
                                </a:solidFill>
                                <a:effectLst/>
                                <a:latin typeface="Cambria Math" panose="02040503050406030204" pitchFamily="18" charset="0"/>
                              </a:rPr>
                              <m:t>1</m:t>
                            </m:r>
                          </m:num>
                          <m:den>
                            <m:r>
                              <m:rPr>
                                <m:nor/>
                              </m:rPr>
                              <a:rPr lang="en-US" sz="2400" dirty="0">
                                <a:latin typeface="+mj-lt"/>
                              </a:rPr>
                              <m:t>||</m:t>
                            </m:r>
                            <m:r>
                              <m:rPr>
                                <m:nor/>
                              </m:rPr>
                              <a:rPr lang="en-US" sz="2400" dirty="0">
                                <a:latin typeface="+mj-lt"/>
                              </a:rPr>
                              <m:t>V</m:t>
                            </m:r>
                            <m:r>
                              <m:rPr>
                                <m:nor/>
                              </m:rPr>
                              <a:rPr lang="en-US" sz="2400" dirty="0">
                                <a:latin typeface="+mj-lt"/>
                              </a:rPr>
                              <m:t>||</m:t>
                            </m:r>
                          </m:den>
                        </m:f>
                      </m:oMath>
                    </a14:m>
                    <a:r>
                      <a:rPr lang="el-GR" sz="2400" b="0" i="0">
                        <a:solidFill>
                          <a:srgbClr val="C00000"/>
                        </a:solidFill>
                        <a:effectLst/>
                        <a:latin typeface="+mj-lt"/>
                      </a:rPr>
                      <a:t>​(</a:t>
                    </a:r>
                    <a14:m>
                      <m:oMath xmlns:m="http://schemas.openxmlformats.org/officeDocument/2006/math">
                        <m:r>
                          <m:rPr>
                            <m:nor/>
                          </m:rPr>
                          <a:rPr lang="en-US" sz="2400" dirty="0"/>
                          <m:t>x</m:t>
                        </m:r>
                        <m:r>
                          <a:rPr lang="en-US" sz="2400" b="0" i="1" baseline="-25000">
                            <a:latin typeface="Cambria Math" panose="02040503050406030204" pitchFamily="18" charset="0"/>
                            <a:ea typeface="Cambria Math" panose="02040503050406030204" pitchFamily="18" charset="0"/>
                          </a:rPr>
                          <m:t>1</m:t>
                        </m:r>
                        <m:r>
                          <a:rPr lang="en-US" sz="2400" b="0" i="1">
                            <a:latin typeface="Cambria Math" panose="02040503050406030204" pitchFamily="18" charset="0"/>
                            <a:ea typeface="Cambria Math" panose="02040503050406030204" pitchFamily="18" charset="0"/>
                          </a:rPr>
                          <m:t> </m:t>
                        </m:r>
                      </m:oMath>
                    </a14:m>
                    <a:r>
                      <a:rPr lang="el-GR" sz="2400" b="0" i="0">
                        <a:solidFill>
                          <a:srgbClr val="C00000"/>
                        </a:solidFill>
                        <a:effectLst/>
                        <a:latin typeface="+mj-lt"/>
                      </a:rPr>
                      <a:t>∣</a:t>
                    </a:r>
                    <a:r>
                      <a:rPr lang="en-US" sz="2400" b="0" i="0">
                        <a:solidFill>
                          <a:srgbClr val="C00000"/>
                        </a:solidFill>
                        <a:effectLst/>
                        <a:latin typeface="+mj-lt"/>
                      </a:rPr>
                      <a:t>00</a:t>
                    </a:r>
                    <a:r>
                      <a:rPr lang="el-GR" sz="2400" b="0" i="0">
                        <a:solidFill>
                          <a:srgbClr val="C00000"/>
                        </a:solidFill>
                        <a:effectLst/>
                        <a:latin typeface="+mj-lt"/>
                      </a:rPr>
                      <a:t>⟩+</a:t>
                    </a:r>
                    <a:r>
                      <a:rPr lang="en-US" sz="2400" b="1">
                        <a:latin typeface="+mj-lt"/>
                      </a:rPr>
                      <a:t> </a:t>
                    </a:r>
                    <a14:m>
                      <m:oMath xmlns:m="http://schemas.openxmlformats.org/officeDocument/2006/math">
                        <m:r>
                          <m:rPr>
                            <m:nor/>
                          </m:rPr>
                          <a:rPr lang="en-US" sz="2400" dirty="0">
                            <a:latin typeface="+mj-lt"/>
                          </a:rPr>
                          <m:t>x</m:t>
                        </m:r>
                        <m:r>
                          <m:rPr>
                            <m:nor/>
                          </m:rPr>
                          <a:rPr lang="en-US" sz="2400" baseline="-25000" dirty="0">
                            <a:latin typeface="+mj-lt"/>
                          </a:rPr>
                          <m:t>2</m:t>
                        </m:r>
                        <m:r>
                          <a:rPr lang="en-US" sz="2400" b="0" i="1" baseline="-25000" dirty="0">
                            <a:latin typeface="Cambria Math" panose="02040503050406030204" pitchFamily="18" charset="0"/>
                          </a:rPr>
                          <m:t> </m:t>
                        </m:r>
                      </m:oMath>
                    </a14:m>
                    <a:r>
                      <a:rPr lang="el-GR" sz="2400" b="0" i="0">
                        <a:solidFill>
                          <a:srgbClr val="C00000"/>
                        </a:solidFill>
                        <a:effectLst/>
                        <a:latin typeface="+mj-lt"/>
                      </a:rPr>
                      <a:t>∣01⟩+</a:t>
                    </a:r>
                    <a:r>
                      <a:rPr lang="en-US" sz="2400">
                        <a:latin typeface="+mj-lt"/>
                      </a:rPr>
                      <a:t> </a:t>
                    </a:r>
                    <a14:m>
                      <m:oMath xmlns:m="http://schemas.openxmlformats.org/officeDocument/2006/math">
                        <m:r>
                          <m:rPr>
                            <m:nor/>
                          </m:rPr>
                          <a:rPr lang="en-US" sz="2400" dirty="0">
                            <a:latin typeface="+mj-lt"/>
                          </a:rPr>
                          <m:t>x</m:t>
                        </m:r>
                        <m:r>
                          <m:rPr>
                            <m:nor/>
                          </m:rPr>
                          <a:rPr lang="en-US" sz="2400" baseline="-25000" dirty="0">
                            <a:latin typeface="+mj-lt"/>
                          </a:rPr>
                          <m:t>3</m:t>
                        </m:r>
                        <m:r>
                          <a:rPr lang="en-US" sz="2400" i="1" dirty="0">
                            <a:latin typeface="Cambria Math" panose="02040503050406030204" pitchFamily="18" charset="0"/>
                          </a:rPr>
                          <m:t> </m:t>
                        </m:r>
                      </m:oMath>
                    </a14:m>
                    <a:r>
                      <a:rPr lang="el-GR" sz="2400" b="0" i="0">
                        <a:solidFill>
                          <a:srgbClr val="C00000"/>
                        </a:solidFill>
                        <a:effectLst/>
                        <a:latin typeface="+mj-lt"/>
                      </a:rPr>
                      <a:t>∣10⟩+</a:t>
                    </a:r>
                    <a:r>
                      <a:rPr lang="el-GR" sz="2400" i="0">
                        <a:effectLst/>
                        <a:latin typeface="+mj-lt"/>
                      </a:rPr>
                      <a:t>0</a:t>
                    </a:r>
                    <a:r>
                      <a:rPr lang="el-GR" sz="2400" b="0" i="0">
                        <a:solidFill>
                          <a:srgbClr val="C00000"/>
                        </a:solidFill>
                        <a:effectLst/>
                        <a:latin typeface="+mj-lt"/>
                      </a:rPr>
                      <a:t>∣11⟩</a:t>
                    </a:r>
                    <a:r>
                      <a:rPr lang="en-US" sz="2400" b="0" i="0">
                        <a:solidFill>
                          <a:srgbClr val="C00000"/>
                        </a:solidFill>
                        <a:effectLst/>
                        <a:latin typeface="+mj-lt"/>
                      </a:rPr>
                      <a:t>)</a:t>
                    </a:r>
                    <a:endParaRPr lang="en-US" sz="2400">
                      <a:solidFill>
                        <a:srgbClr val="C00000"/>
                      </a:solidFill>
                      <a:latin typeface="+mj-lt"/>
                    </a:endParaRPr>
                  </a:p>
                </p:txBody>
              </p:sp>
            </mc:Choice>
            <mc:Fallback>
              <p:sp>
                <p:nvSpPr>
                  <p:cNvPr id="210" name="TextBox 209">
                    <a:extLst>
                      <a:ext uri="{FF2B5EF4-FFF2-40B4-BE49-F238E27FC236}">
                        <a16:creationId xmlns:a16="http://schemas.microsoft.com/office/drawing/2014/main" id="{EBEBFB7B-9C39-B6E5-3A22-530272BB7099}"/>
                      </a:ext>
                    </a:extLst>
                  </p:cNvPr>
                  <p:cNvSpPr txBox="1">
                    <a:spLocks noRot="1" noChangeAspect="1" noMove="1" noResize="1" noEditPoints="1" noAdjustHandles="1" noChangeArrowheads="1" noChangeShapeType="1" noTextEdit="1"/>
                  </p:cNvSpPr>
                  <p:nvPr/>
                </p:nvSpPr>
                <p:spPr>
                  <a:xfrm>
                    <a:off x="6617053" y="5933723"/>
                    <a:ext cx="6116308" cy="677878"/>
                  </a:xfrm>
                  <a:prstGeom prst="rect">
                    <a:avLst/>
                  </a:prstGeom>
                  <a:blipFill>
                    <a:blip r:embed="rId13"/>
                    <a:stretch>
                      <a:fillRect l="-149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3DE3989-EE8B-D020-2FBE-CA8A743B2E01}"/>
                  </a:ext>
                </a:extLst>
              </p:cNvPr>
              <p:cNvSpPr txBox="1"/>
              <p:nvPr/>
            </p:nvSpPr>
            <p:spPr>
              <a:xfrm>
                <a:off x="8680417" y="3961736"/>
                <a:ext cx="2632431" cy="461665"/>
              </a:xfrm>
              <a:prstGeom prst="rect">
                <a:avLst/>
              </a:prstGeom>
              <a:noFill/>
            </p:spPr>
            <p:txBody>
              <a:bodyPr wrap="square">
                <a:spAutoFit/>
              </a:bodyPr>
              <a:lstStyle/>
              <a:p>
                <a:r>
                  <a:rPr lang="en-US" sz="2400" err="1"/>
                  <a:t>V</a:t>
                </a:r>
                <a:r>
                  <a:rPr lang="en-US" sz="2400" baseline="-25000" err="1"/>
                  <a:t>pad</a:t>
                </a:r>
                <a:r>
                  <a:rPr lang="en-US" sz="2400"/>
                  <a:t>= [x</a:t>
                </a:r>
                <a:r>
                  <a:rPr lang="en-US" sz="2400" baseline="-25000"/>
                  <a:t>1</a:t>
                </a:r>
                <a:r>
                  <a:rPr lang="en-US" sz="2400"/>
                  <a:t>, x</a:t>
                </a:r>
                <a:r>
                  <a:rPr lang="en-US" sz="2400" baseline="-25000"/>
                  <a:t>2</a:t>
                </a:r>
                <a:r>
                  <a:rPr lang="en-US" sz="2400"/>
                  <a:t>, x</a:t>
                </a:r>
                <a:r>
                  <a:rPr lang="en-US" sz="2400" baseline="-25000"/>
                  <a:t>3</a:t>
                </a:r>
                <a:r>
                  <a:rPr lang="en-US" sz="2400"/>
                  <a:t>, 0]</a:t>
                </a:r>
              </a:p>
            </p:txBody>
          </p:sp>
          <p:grpSp>
            <p:nvGrpSpPr>
              <p:cNvPr id="96" name="Group 95">
                <a:extLst>
                  <a:ext uri="{FF2B5EF4-FFF2-40B4-BE49-F238E27FC236}">
                    <a16:creationId xmlns:a16="http://schemas.microsoft.com/office/drawing/2014/main" id="{4A85B9B4-9862-B56E-7DD7-4C30A751DB1D}"/>
                  </a:ext>
                </a:extLst>
              </p:cNvPr>
              <p:cNvGrpSpPr/>
              <p:nvPr/>
            </p:nvGrpSpPr>
            <p:grpSpPr>
              <a:xfrm>
                <a:off x="7092332" y="4025834"/>
                <a:ext cx="1588085" cy="847365"/>
                <a:chOff x="7577656" y="4030595"/>
                <a:chExt cx="1588085" cy="847365"/>
              </a:xfrm>
            </p:grpSpPr>
            <p:pic>
              <p:nvPicPr>
                <p:cNvPr id="212" name="Graphic 211">
                  <a:extLst>
                    <a:ext uri="{FF2B5EF4-FFF2-40B4-BE49-F238E27FC236}">
                      <a16:creationId xmlns:a16="http://schemas.microsoft.com/office/drawing/2014/main" id="{0B8EEB0E-2F1B-490F-CCB7-BBF3A423E21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577656" y="4341307"/>
                  <a:ext cx="1311688" cy="396908"/>
                </a:xfrm>
                <a:prstGeom prst="rect">
                  <a:avLst/>
                </a:prstGeom>
              </p:spPr>
            </p:pic>
            <p:sp>
              <p:nvSpPr>
                <p:cNvPr id="87" name="TextBox 86">
                  <a:extLst>
                    <a:ext uri="{FF2B5EF4-FFF2-40B4-BE49-F238E27FC236}">
                      <a16:creationId xmlns:a16="http://schemas.microsoft.com/office/drawing/2014/main" id="{4B1B3EB1-44B9-4081-57F5-8BDFED5A1B79}"/>
                    </a:ext>
                  </a:extLst>
                </p:cNvPr>
                <p:cNvSpPr txBox="1"/>
                <p:nvPr/>
              </p:nvSpPr>
              <p:spPr>
                <a:xfrm>
                  <a:off x="7698205" y="4030595"/>
                  <a:ext cx="561894" cy="400110"/>
                </a:xfrm>
                <a:prstGeom prst="rect">
                  <a:avLst/>
                </a:prstGeom>
                <a:noFill/>
              </p:spPr>
              <p:txBody>
                <a:bodyPr wrap="square" rtlCol="0">
                  <a:spAutoFit/>
                </a:bodyPr>
                <a:lstStyle/>
                <a:p>
                  <a:r>
                    <a:rPr lang="el-GR" sz="2000"/>
                    <a:t>α</a:t>
                  </a:r>
                  <a:r>
                    <a:rPr lang="en-US" sz="2000" baseline="-25000"/>
                    <a:t>1</a:t>
                  </a:r>
                </a:p>
              </p:txBody>
            </p:sp>
            <p:sp>
              <p:nvSpPr>
                <p:cNvPr id="89" name="TextBox 88">
                  <a:extLst>
                    <a:ext uri="{FF2B5EF4-FFF2-40B4-BE49-F238E27FC236}">
                      <a16:creationId xmlns:a16="http://schemas.microsoft.com/office/drawing/2014/main" id="{9D3462B7-048D-765B-6C15-C682F55F6485}"/>
                    </a:ext>
                  </a:extLst>
                </p:cNvPr>
                <p:cNvSpPr txBox="1"/>
                <p:nvPr/>
              </p:nvSpPr>
              <p:spPr>
                <a:xfrm>
                  <a:off x="7979152" y="4477850"/>
                  <a:ext cx="536418" cy="400110"/>
                </a:xfrm>
                <a:prstGeom prst="rect">
                  <a:avLst/>
                </a:prstGeom>
                <a:noFill/>
              </p:spPr>
              <p:txBody>
                <a:bodyPr wrap="square" rtlCol="0">
                  <a:spAutoFit/>
                </a:bodyPr>
                <a:lstStyle/>
                <a:p>
                  <a:r>
                    <a:rPr lang="el-GR" sz="2000"/>
                    <a:t>α</a:t>
                  </a:r>
                  <a:r>
                    <a:rPr lang="en-US" sz="2000" baseline="-25000"/>
                    <a:t>2</a:t>
                  </a:r>
                </a:p>
              </p:txBody>
            </p:sp>
            <p:sp>
              <p:nvSpPr>
                <p:cNvPr id="90" name="TextBox 89">
                  <a:extLst>
                    <a:ext uri="{FF2B5EF4-FFF2-40B4-BE49-F238E27FC236}">
                      <a16:creationId xmlns:a16="http://schemas.microsoft.com/office/drawing/2014/main" id="{CA42FB69-3CA9-A2EB-302A-D3D5755767FE}"/>
                    </a:ext>
                  </a:extLst>
                </p:cNvPr>
                <p:cNvSpPr txBox="1"/>
                <p:nvPr/>
              </p:nvSpPr>
              <p:spPr>
                <a:xfrm>
                  <a:off x="8515570" y="4058701"/>
                  <a:ext cx="493313" cy="400110"/>
                </a:xfrm>
                <a:prstGeom prst="rect">
                  <a:avLst/>
                </a:prstGeom>
                <a:noFill/>
              </p:spPr>
              <p:txBody>
                <a:bodyPr wrap="square" rtlCol="0">
                  <a:spAutoFit/>
                </a:bodyPr>
                <a:lstStyle/>
                <a:p>
                  <a:r>
                    <a:rPr lang="el-GR" sz="2000"/>
                    <a:t>α</a:t>
                  </a:r>
                  <a:r>
                    <a:rPr lang="en-US" sz="2000" baseline="-25000"/>
                    <a:t>3</a:t>
                  </a:r>
                </a:p>
              </p:txBody>
            </p:sp>
            <p:sp>
              <p:nvSpPr>
                <p:cNvPr id="91" name="TextBox 90">
                  <a:extLst>
                    <a:ext uri="{FF2B5EF4-FFF2-40B4-BE49-F238E27FC236}">
                      <a16:creationId xmlns:a16="http://schemas.microsoft.com/office/drawing/2014/main" id="{C85532A1-DBC8-AD68-D64B-960AF544933A}"/>
                    </a:ext>
                  </a:extLst>
                </p:cNvPr>
                <p:cNvSpPr txBox="1"/>
                <p:nvPr/>
              </p:nvSpPr>
              <p:spPr>
                <a:xfrm>
                  <a:off x="8672428" y="4470309"/>
                  <a:ext cx="493313" cy="400110"/>
                </a:xfrm>
                <a:prstGeom prst="rect">
                  <a:avLst/>
                </a:prstGeom>
                <a:noFill/>
              </p:spPr>
              <p:txBody>
                <a:bodyPr wrap="square" rtlCol="0">
                  <a:spAutoFit/>
                </a:bodyPr>
                <a:lstStyle/>
                <a:p>
                  <a:r>
                    <a:rPr lang="el-GR" sz="2000"/>
                    <a:t>α</a:t>
                  </a:r>
                  <a:r>
                    <a:rPr lang="en-US" sz="2000" baseline="-25000"/>
                    <a:t>4</a:t>
                  </a:r>
                </a:p>
              </p:txBody>
            </p:sp>
          </p:grpSp>
          <p:sp>
            <p:nvSpPr>
              <p:cNvPr id="95" name="TextBox 94">
                <a:extLst>
                  <a:ext uri="{FF2B5EF4-FFF2-40B4-BE49-F238E27FC236}">
                    <a16:creationId xmlns:a16="http://schemas.microsoft.com/office/drawing/2014/main" id="{CB26A9F5-EC38-EB66-E892-3DCFBF831C09}"/>
                  </a:ext>
                </a:extLst>
              </p:cNvPr>
              <p:cNvSpPr txBox="1"/>
              <p:nvPr/>
            </p:nvSpPr>
            <p:spPr>
              <a:xfrm>
                <a:off x="8451187" y="3636580"/>
                <a:ext cx="2652685" cy="369332"/>
              </a:xfrm>
              <a:prstGeom prst="rect">
                <a:avLst/>
              </a:prstGeom>
              <a:noFill/>
            </p:spPr>
            <p:txBody>
              <a:bodyPr wrap="square" rtlCol="0">
                <a:spAutoFit/>
              </a:bodyPr>
              <a:lstStyle/>
              <a:p>
                <a:r>
                  <a:rPr lang="en-US" b="1">
                    <a:ln w="0"/>
                    <a:effectLst>
                      <a:outerShdw blurRad="38100" dist="19050" dir="2700000" algn="tl" rotWithShape="0">
                        <a:schemeClr val="dk1">
                          <a:alpha val="40000"/>
                        </a:schemeClr>
                      </a:outerShdw>
                    </a:effectLst>
                  </a:rPr>
                  <a:t>Amplitude Encoding</a:t>
                </a:r>
              </a:p>
            </p:txBody>
          </p:sp>
          <p:cxnSp>
            <p:nvCxnSpPr>
              <p:cNvPr id="27" name="Straight Arrow Connector 26">
                <a:extLst>
                  <a:ext uri="{FF2B5EF4-FFF2-40B4-BE49-F238E27FC236}">
                    <a16:creationId xmlns:a16="http://schemas.microsoft.com/office/drawing/2014/main" id="{EF7DC520-E20B-E9A2-DC5E-CE1363FC061A}"/>
                  </a:ext>
                </a:extLst>
              </p:cNvPr>
              <p:cNvCxnSpPr>
                <a:cxnSpLocks/>
                <a:endCxn id="208" idx="0"/>
              </p:cNvCxnSpPr>
              <p:nvPr/>
            </p:nvCxnSpPr>
            <p:spPr>
              <a:xfrm>
                <a:off x="9791203" y="4445817"/>
                <a:ext cx="0" cy="865714"/>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sp>
          <p:nvSpPr>
            <p:cNvPr id="16" name="TextBox 15">
              <a:extLst>
                <a:ext uri="{FF2B5EF4-FFF2-40B4-BE49-F238E27FC236}">
                  <a16:creationId xmlns:a16="http://schemas.microsoft.com/office/drawing/2014/main" id="{084A41E8-1C30-01FB-C51D-F58D085608E3}"/>
                </a:ext>
              </a:extLst>
            </p:cNvPr>
            <p:cNvSpPr txBox="1"/>
            <p:nvPr/>
          </p:nvSpPr>
          <p:spPr>
            <a:xfrm>
              <a:off x="7116250" y="4844836"/>
              <a:ext cx="1564167" cy="338554"/>
            </a:xfrm>
            <a:prstGeom prst="rect">
              <a:avLst/>
            </a:prstGeom>
            <a:noFill/>
          </p:spPr>
          <p:txBody>
            <a:bodyPr wrap="square" rtlCol="0">
              <a:spAutoFit/>
            </a:bodyPr>
            <a:lstStyle/>
            <a:p>
              <a:r>
                <a:rPr lang="en-US" sz="1600" b="1"/>
                <a:t>2</a:t>
              </a:r>
              <a:r>
                <a:rPr lang="en-US" sz="1600" b="1" baseline="30000"/>
                <a:t>n </a:t>
              </a:r>
              <a:r>
                <a:rPr lang="en-US" sz="1600" b="1"/>
                <a:t> Amplitudes</a:t>
              </a:r>
            </a:p>
          </p:txBody>
        </p:sp>
      </p:grpSp>
    </p:spTree>
    <p:extLst>
      <p:ext uri="{BB962C8B-B14F-4D97-AF65-F5344CB8AC3E}">
        <p14:creationId xmlns:p14="http://schemas.microsoft.com/office/powerpoint/2010/main" val="254271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
          <a:extLst>
            <a:ext uri="{FF2B5EF4-FFF2-40B4-BE49-F238E27FC236}">
              <a16:creationId xmlns:a16="http://schemas.microsoft.com/office/drawing/2014/main" id="{08D07765-15D7-21B5-AF6E-BF50618308ED}"/>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5C7BD5BA-89D3-A19F-165A-9C57035C2E5B}"/>
              </a:ext>
            </a:extLst>
          </p:cNvPr>
          <p:cNvGrpSpPr/>
          <p:nvPr/>
        </p:nvGrpSpPr>
        <p:grpSpPr>
          <a:xfrm>
            <a:off x="661902" y="894269"/>
            <a:ext cx="4615582" cy="1998918"/>
            <a:chOff x="661902" y="894269"/>
            <a:chExt cx="4615582" cy="1998918"/>
          </a:xfrm>
        </p:grpSpPr>
        <p:sp>
          <p:nvSpPr>
            <p:cNvPr id="49" name="TextBox 48">
              <a:extLst>
                <a:ext uri="{FF2B5EF4-FFF2-40B4-BE49-F238E27FC236}">
                  <a16:creationId xmlns:a16="http://schemas.microsoft.com/office/drawing/2014/main" id="{7E996C6F-A4E5-2C9C-046B-D2BFC3113568}"/>
                </a:ext>
              </a:extLst>
            </p:cNvPr>
            <p:cNvSpPr txBox="1"/>
            <p:nvPr/>
          </p:nvSpPr>
          <p:spPr>
            <a:xfrm>
              <a:off x="1792844" y="2493077"/>
              <a:ext cx="2573723" cy="400110"/>
            </a:xfrm>
            <a:prstGeom prst="rect">
              <a:avLst/>
            </a:prstGeom>
            <a:solidFill>
              <a:schemeClr val="accent2">
                <a:lumMod val="20000"/>
                <a:lumOff val="80000"/>
              </a:schemeClr>
            </a:solidFill>
          </p:spPr>
          <p:txBody>
            <a:bodyPr wrap="square" rtlCol="0">
              <a:spAutoFit/>
            </a:bodyPr>
            <a:lstStyle/>
            <a:p>
              <a:r>
                <a:rPr lang="en-US" sz="2000">
                  <a:solidFill>
                    <a:srgbClr val="C00000"/>
                  </a:solidFill>
                </a:rPr>
                <a:t>Hybrid Attack Surface</a:t>
              </a:r>
            </a:p>
          </p:txBody>
        </p:sp>
        <p:pic>
          <p:nvPicPr>
            <p:cNvPr id="6" name="Picture 5">
              <a:extLst>
                <a:ext uri="{FF2B5EF4-FFF2-40B4-BE49-F238E27FC236}">
                  <a16:creationId xmlns:a16="http://schemas.microsoft.com/office/drawing/2014/main" id="{18F5A2F5-DB81-83B3-7EBF-D2FDB7B90707}"/>
                </a:ext>
              </a:extLst>
            </p:cNvPr>
            <p:cNvPicPr>
              <a:picLocks noChangeAspect="1"/>
            </p:cNvPicPr>
            <p:nvPr/>
          </p:nvPicPr>
          <p:blipFill>
            <a:blip r:embed="rId3"/>
            <a:stretch>
              <a:fillRect/>
            </a:stretch>
          </p:blipFill>
          <p:spPr>
            <a:xfrm>
              <a:off x="661902" y="894269"/>
              <a:ext cx="4615582" cy="1464382"/>
            </a:xfrm>
            <a:prstGeom prst="rect">
              <a:avLst/>
            </a:prstGeom>
          </p:spPr>
        </p:pic>
      </p:grpSp>
      <p:grpSp>
        <p:nvGrpSpPr>
          <p:cNvPr id="22" name="Group 21">
            <a:extLst>
              <a:ext uri="{FF2B5EF4-FFF2-40B4-BE49-F238E27FC236}">
                <a16:creationId xmlns:a16="http://schemas.microsoft.com/office/drawing/2014/main" id="{189C6462-8C07-A94D-1C8E-3A1CA5CBEA8E}"/>
              </a:ext>
            </a:extLst>
          </p:cNvPr>
          <p:cNvGrpSpPr/>
          <p:nvPr/>
        </p:nvGrpSpPr>
        <p:grpSpPr>
          <a:xfrm>
            <a:off x="6454028" y="926677"/>
            <a:ext cx="4924915" cy="2160579"/>
            <a:chOff x="6454028" y="926677"/>
            <a:chExt cx="4924915" cy="2160579"/>
          </a:xfrm>
        </p:grpSpPr>
        <p:sp>
          <p:nvSpPr>
            <p:cNvPr id="11" name="TextBox 10">
              <a:extLst>
                <a:ext uri="{FF2B5EF4-FFF2-40B4-BE49-F238E27FC236}">
                  <a16:creationId xmlns:a16="http://schemas.microsoft.com/office/drawing/2014/main" id="{08026498-C69F-C906-194A-48C6991AE197}"/>
                </a:ext>
              </a:extLst>
            </p:cNvPr>
            <p:cNvSpPr txBox="1"/>
            <p:nvPr/>
          </p:nvSpPr>
          <p:spPr>
            <a:xfrm>
              <a:off x="6706163" y="2687146"/>
              <a:ext cx="4360905" cy="400110"/>
            </a:xfrm>
            <a:prstGeom prst="rect">
              <a:avLst/>
            </a:prstGeom>
            <a:solidFill>
              <a:schemeClr val="accent2">
                <a:lumMod val="20000"/>
                <a:lumOff val="80000"/>
              </a:schemeClr>
            </a:solidFill>
          </p:spPr>
          <p:txBody>
            <a:bodyPr wrap="square" rtlCol="0">
              <a:spAutoFit/>
            </a:bodyPr>
            <a:lstStyle/>
            <a:p>
              <a:r>
                <a:rPr lang="en-US" sz="2000">
                  <a:solidFill>
                    <a:srgbClr val="C00000"/>
                  </a:solidFill>
                </a:rPr>
                <a:t>Cloud Service for Quantum Hardware</a:t>
              </a:r>
            </a:p>
          </p:txBody>
        </p:sp>
        <p:grpSp>
          <p:nvGrpSpPr>
            <p:cNvPr id="54" name="Group 53">
              <a:extLst>
                <a:ext uri="{FF2B5EF4-FFF2-40B4-BE49-F238E27FC236}">
                  <a16:creationId xmlns:a16="http://schemas.microsoft.com/office/drawing/2014/main" id="{DF365CC0-D64A-F2C6-7B09-526151BE0146}"/>
                </a:ext>
              </a:extLst>
            </p:cNvPr>
            <p:cNvGrpSpPr/>
            <p:nvPr/>
          </p:nvGrpSpPr>
          <p:grpSpPr>
            <a:xfrm>
              <a:off x="6454028" y="926677"/>
              <a:ext cx="4924915" cy="1656995"/>
              <a:chOff x="6293765" y="2168338"/>
              <a:chExt cx="5810394" cy="1725366"/>
            </a:xfrm>
          </p:grpSpPr>
          <p:grpSp>
            <p:nvGrpSpPr>
              <p:cNvPr id="15" name="Group 14">
                <a:extLst>
                  <a:ext uri="{FF2B5EF4-FFF2-40B4-BE49-F238E27FC236}">
                    <a16:creationId xmlns:a16="http://schemas.microsoft.com/office/drawing/2014/main" id="{B4322BDA-1EB0-BB69-BFAA-0D294605D23B}"/>
                  </a:ext>
                </a:extLst>
              </p:cNvPr>
              <p:cNvGrpSpPr/>
              <p:nvPr/>
            </p:nvGrpSpPr>
            <p:grpSpPr>
              <a:xfrm>
                <a:off x="6293765" y="2168338"/>
                <a:ext cx="2089446" cy="1725366"/>
                <a:chOff x="6869503" y="2168338"/>
                <a:chExt cx="2089446" cy="1725366"/>
              </a:xfrm>
            </p:grpSpPr>
            <p:grpSp>
              <p:nvGrpSpPr>
                <p:cNvPr id="10" name="Group 9">
                  <a:extLst>
                    <a:ext uri="{FF2B5EF4-FFF2-40B4-BE49-F238E27FC236}">
                      <a16:creationId xmlns:a16="http://schemas.microsoft.com/office/drawing/2014/main" id="{9D312493-9942-66FF-3666-C234AF141289}"/>
                    </a:ext>
                  </a:extLst>
                </p:cNvPr>
                <p:cNvGrpSpPr/>
                <p:nvPr/>
              </p:nvGrpSpPr>
              <p:grpSpPr>
                <a:xfrm>
                  <a:off x="6869503" y="2365378"/>
                  <a:ext cx="960001" cy="1528326"/>
                  <a:chOff x="1145958" y="2534364"/>
                  <a:chExt cx="1247120" cy="2096012"/>
                </a:xfrm>
              </p:grpSpPr>
              <p:pic>
                <p:nvPicPr>
                  <p:cNvPr id="3" name="Picture 2">
                    <a:extLst>
                      <a:ext uri="{FF2B5EF4-FFF2-40B4-BE49-F238E27FC236}">
                        <a16:creationId xmlns:a16="http://schemas.microsoft.com/office/drawing/2014/main" id="{EC36999B-C779-8457-DB08-75C9FB2055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5958" y="2534364"/>
                    <a:ext cx="806736" cy="573873"/>
                  </a:xfrm>
                  <a:prstGeom prst="rect">
                    <a:avLst/>
                  </a:prstGeom>
                </p:spPr>
              </p:pic>
              <p:pic>
                <p:nvPicPr>
                  <p:cNvPr id="5" name="Picture 4">
                    <a:extLst>
                      <a:ext uri="{FF2B5EF4-FFF2-40B4-BE49-F238E27FC236}">
                        <a16:creationId xmlns:a16="http://schemas.microsoft.com/office/drawing/2014/main" id="{184A4BC6-9B82-3C4B-F856-CB4CA933E9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2159" y="3301781"/>
                    <a:ext cx="708740" cy="639239"/>
                  </a:xfrm>
                  <a:prstGeom prst="rect">
                    <a:avLst/>
                  </a:prstGeom>
                </p:spPr>
              </p:pic>
              <p:pic>
                <p:nvPicPr>
                  <p:cNvPr id="8" name="Picture 7">
                    <a:extLst>
                      <a:ext uri="{FF2B5EF4-FFF2-40B4-BE49-F238E27FC236}">
                        <a16:creationId xmlns:a16="http://schemas.microsoft.com/office/drawing/2014/main" id="{4581C472-ACAB-E4DB-D178-972F924B1B4E}"/>
                      </a:ext>
                    </a:extLst>
                  </p:cNvPr>
                  <p:cNvPicPr>
                    <a:picLocks noChangeAspect="1"/>
                  </p:cNvPicPr>
                  <p:nvPr/>
                </p:nvPicPr>
                <p:blipFill>
                  <a:blip r:embed="rId6">
                    <a:extLst>
                      <a:ext uri="{28A0092B-C50C-407E-A947-70E740481C1C}">
                        <a14:useLocalDpi xmlns:a14="http://schemas.microsoft.com/office/drawing/2010/main" val="0"/>
                      </a:ext>
                    </a:extLst>
                  </a:blip>
                  <a:srcRect l="43229" t="49906" r="23901" b="28496"/>
                  <a:stretch>
                    <a:fillRect/>
                  </a:stretch>
                </p:blipFill>
                <p:spPr>
                  <a:xfrm>
                    <a:off x="1804432" y="4273015"/>
                    <a:ext cx="588646" cy="257864"/>
                  </a:xfrm>
                  <a:prstGeom prst="rect">
                    <a:avLst/>
                  </a:prstGeom>
                </p:spPr>
              </p:pic>
              <p:pic>
                <p:nvPicPr>
                  <p:cNvPr id="9" name="Picture 8">
                    <a:extLst>
                      <a:ext uri="{FF2B5EF4-FFF2-40B4-BE49-F238E27FC236}">
                        <a16:creationId xmlns:a16="http://schemas.microsoft.com/office/drawing/2014/main" id="{A0D3B281-ED4C-8E06-FE57-6930A6EB110A}"/>
                      </a:ext>
                    </a:extLst>
                  </p:cNvPr>
                  <p:cNvPicPr>
                    <a:picLocks noChangeAspect="1"/>
                  </p:cNvPicPr>
                  <p:nvPr/>
                </p:nvPicPr>
                <p:blipFill>
                  <a:blip r:embed="rId6">
                    <a:extLst>
                      <a:ext uri="{28A0092B-C50C-407E-A947-70E740481C1C}">
                        <a14:useLocalDpi xmlns:a14="http://schemas.microsoft.com/office/drawing/2010/main" val="0"/>
                      </a:ext>
                    </a:extLst>
                  </a:blip>
                  <a:srcRect l="13824" t="38576" r="61031" b="19167"/>
                  <a:stretch>
                    <a:fillRect/>
                  </a:stretch>
                </p:blipFill>
                <p:spPr>
                  <a:xfrm>
                    <a:off x="1269000" y="4088783"/>
                    <a:ext cx="483421" cy="541593"/>
                  </a:xfrm>
                  <a:prstGeom prst="rect">
                    <a:avLst/>
                  </a:prstGeom>
                </p:spPr>
              </p:pic>
            </p:grpSp>
            <p:pic>
              <p:nvPicPr>
                <p:cNvPr id="7" name="Picture 6" descr="Server ">
                  <a:extLst>
                    <a:ext uri="{FF2B5EF4-FFF2-40B4-BE49-F238E27FC236}">
                      <a16:creationId xmlns:a16="http://schemas.microsoft.com/office/drawing/2014/main" id="{BB849785-00F2-658D-2A9A-5090892D513D}"/>
                    </a:ext>
                  </a:extLst>
                </p:cNvPr>
                <p:cNvPicPr>
                  <a:picLocks noChangeAspect="1"/>
                </p:cNvPicPr>
                <p:nvPr/>
              </p:nvPicPr>
              <p:blipFill>
                <a:blip r:embed="rId7"/>
                <a:stretch>
                  <a:fillRect/>
                </a:stretch>
              </p:blipFill>
              <p:spPr>
                <a:xfrm>
                  <a:off x="7594822" y="2168338"/>
                  <a:ext cx="1364127" cy="1364127"/>
                </a:xfrm>
                <a:prstGeom prst="rect">
                  <a:avLst/>
                </a:prstGeom>
              </p:spPr>
            </p:pic>
          </p:grpSp>
          <p:pic>
            <p:nvPicPr>
              <p:cNvPr id="13" name="Picture 12" descr="Quantum computer ">
                <a:extLst>
                  <a:ext uri="{FF2B5EF4-FFF2-40B4-BE49-F238E27FC236}">
                    <a16:creationId xmlns:a16="http://schemas.microsoft.com/office/drawing/2014/main" id="{6CA3A5C5-7F31-6139-0849-8E4D2C826D22}"/>
                  </a:ext>
                </a:extLst>
              </p:cNvPr>
              <p:cNvPicPr>
                <a:picLocks noChangeAspect="1"/>
              </p:cNvPicPr>
              <p:nvPr/>
            </p:nvPicPr>
            <p:blipFill>
              <a:blip r:embed="rId8"/>
              <a:stretch>
                <a:fillRect/>
              </a:stretch>
            </p:blipFill>
            <p:spPr>
              <a:xfrm>
                <a:off x="10740031" y="2395836"/>
                <a:ext cx="1364128" cy="1364128"/>
              </a:xfrm>
              <a:prstGeom prst="rect">
                <a:avLst/>
              </a:prstGeom>
            </p:spPr>
          </p:pic>
          <p:pic>
            <p:nvPicPr>
              <p:cNvPr id="14" name="Picture 13" descr="Cyber attack ">
                <a:extLst>
                  <a:ext uri="{FF2B5EF4-FFF2-40B4-BE49-F238E27FC236}">
                    <a16:creationId xmlns:a16="http://schemas.microsoft.com/office/drawing/2014/main" id="{BC27962C-1FA7-D0AA-2545-E6A30D079841}"/>
                  </a:ext>
                </a:extLst>
              </p:cNvPr>
              <p:cNvPicPr>
                <a:picLocks noChangeAspect="1"/>
              </p:cNvPicPr>
              <p:nvPr/>
            </p:nvPicPr>
            <p:blipFill>
              <a:blip r:embed="rId9"/>
              <a:stretch>
                <a:fillRect/>
              </a:stretch>
            </p:blipFill>
            <p:spPr>
              <a:xfrm>
                <a:off x="9276401" y="2289479"/>
                <a:ext cx="710256" cy="710256"/>
              </a:xfrm>
              <a:prstGeom prst="rect">
                <a:avLst/>
              </a:prstGeom>
            </p:spPr>
          </p:pic>
          <p:pic>
            <p:nvPicPr>
              <p:cNvPr id="16" name="Picture 15">
                <a:extLst>
                  <a:ext uri="{FF2B5EF4-FFF2-40B4-BE49-F238E27FC236}">
                    <a16:creationId xmlns:a16="http://schemas.microsoft.com/office/drawing/2014/main" id="{DBFF7265-6BF2-EDAC-086A-DD35EF588F4E}"/>
                  </a:ext>
                </a:extLst>
              </p:cNvPr>
              <p:cNvPicPr>
                <a:picLocks noChangeAspect="1"/>
              </p:cNvPicPr>
              <p:nvPr/>
            </p:nvPicPr>
            <p:blipFill>
              <a:blip r:embed="rId10"/>
              <a:stretch>
                <a:fillRect/>
              </a:stretch>
            </p:blipFill>
            <p:spPr>
              <a:xfrm flipV="1">
                <a:off x="8287444" y="3039217"/>
                <a:ext cx="2612382" cy="407253"/>
              </a:xfrm>
              <a:prstGeom prst="rect">
                <a:avLst/>
              </a:prstGeom>
            </p:spPr>
          </p:pic>
        </p:grpSp>
      </p:grpSp>
      <p:grpSp>
        <p:nvGrpSpPr>
          <p:cNvPr id="25" name="Group 24">
            <a:extLst>
              <a:ext uri="{FF2B5EF4-FFF2-40B4-BE49-F238E27FC236}">
                <a16:creationId xmlns:a16="http://schemas.microsoft.com/office/drawing/2014/main" id="{71B76CB3-45DF-A764-ACEA-AB302DBA9342}"/>
              </a:ext>
            </a:extLst>
          </p:cNvPr>
          <p:cNvGrpSpPr/>
          <p:nvPr/>
        </p:nvGrpSpPr>
        <p:grpSpPr>
          <a:xfrm>
            <a:off x="7183352" y="3793823"/>
            <a:ext cx="3893651" cy="2421269"/>
            <a:chOff x="7183352" y="3793823"/>
            <a:chExt cx="3893651" cy="2421269"/>
          </a:xfrm>
        </p:grpSpPr>
        <p:sp>
          <p:nvSpPr>
            <p:cNvPr id="35" name="TextBox 34">
              <a:extLst>
                <a:ext uri="{FF2B5EF4-FFF2-40B4-BE49-F238E27FC236}">
                  <a16:creationId xmlns:a16="http://schemas.microsoft.com/office/drawing/2014/main" id="{304D289E-5959-1DE9-6567-87B48B76FC10}"/>
                </a:ext>
              </a:extLst>
            </p:cNvPr>
            <p:cNvSpPr txBox="1"/>
            <p:nvPr/>
          </p:nvSpPr>
          <p:spPr>
            <a:xfrm>
              <a:off x="7425020" y="5814982"/>
              <a:ext cx="3651983" cy="400110"/>
            </a:xfrm>
            <a:prstGeom prst="rect">
              <a:avLst/>
            </a:prstGeom>
            <a:solidFill>
              <a:schemeClr val="accent2">
                <a:lumMod val="20000"/>
                <a:lumOff val="80000"/>
              </a:schemeClr>
            </a:solidFill>
          </p:spPr>
          <p:txBody>
            <a:bodyPr wrap="square" rtlCol="0">
              <a:spAutoFit/>
            </a:bodyPr>
            <a:lstStyle/>
            <a:p>
              <a:r>
                <a:rPr lang="en-US" sz="2000">
                  <a:solidFill>
                    <a:srgbClr val="C00000"/>
                  </a:solidFill>
                </a:rPr>
                <a:t>Noisy Multi-tenant NISQ Device</a:t>
              </a:r>
            </a:p>
          </p:txBody>
        </p:sp>
        <p:grpSp>
          <p:nvGrpSpPr>
            <p:cNvPr id="53" name="Group 52">
              <a:extLst>
                <a:ext uri="{FF2B5EF4-FFF2-40B4-BE49-F238E27FC236}">
                  <a16:creationId xmlns:a16="http://schemas.microsoft.com/office/drawing/2014/main" id="{5CAB7180-178A-E5D5-A454-92729E368204}"/>
                </a:ext>
              </a:extLst>
            </p:cNvPr>
            <p:cNvGrpSpPr/>
            <p:nvPr/>
          </p:nvGrpSpPr>
          <p:grpSpPr>
            <a:xfrm>
              <a:off x="7183352" y="3793823"/>
              <a:ext cx="3540288" cy="2099464"/>
              <a:chOff x="797710" y="3581596"/>
              <a:chExt cx="2882860" cy="1704381"/>
            </a:xfrm>
          </p:grpSpPr>
          <p:pic>
            <p:nvPicPr>
              <p:cNvPr id="18" name="Picture 17" descr="Quantum ">
                <a:extLst>
                  <a:ext uri="{FF2B5EF4-FFF2-40B4-BE49-F238E27FC236}">
                    <a16:creationId xmlns:a16="http://schemas.microsoft.com/office/drawing/2014/main" id="{4952C276-E54C-2423-729C-2B4E2516858C}"/>
                  </a:ext>
                </a:extLst>
              </p:cNvPr>
              <p:cNvPicPr>
                <a:picLocks noChangeAspect="1"/>
              </p:cNvPicPr>
              <p:nvPr/>
            </p:nvPicPr>
            <p:blipFill>
              <a:blip r:embed="rId11"/>
              <a:stretch>
                <a:fillRect/>
              </a:stretch>
            </p:blipFill>
            <p:spPr>
              <a:xfrm>
                <a:off x="797710" y="3581596"/>
                <a:ext cx="1704381" cy="1704381"/>
              </a:xfrm>
              <a:prstGeom prst="rect">
                <a:avLst/>
              </a:prstGeom>
            </p:spPr>
          </p:pic>
          <p:pic>
            <p:nvPicPr>
              <p:cNvPr id="20" name="Picture 19" descr="Close ">
                <a:extLst>
                  <a:ext uri="{FF2B5EF4-FFF2-40B4-BE49-F238E27FC236}">
                    <a16:creationId xmlns:a16="http://schemas.microsoft.com/office/drawing/2014/main" id="{65674BDF-337E-A16C-3D68-8EAF643CF3C0}"/>
                  </a:ext>
                </a:extLst>
              </p:cNvPr>
              <p:cNvPicPr>
                <a:picLocks noChangeAspect="1"/>
              </p:cNvPicPr>
              <p:nvPr/>
            </p:nvPicPr>
            <p:blipFill>
              <a:blip r:embed="rId12"/>
              <a:stretch>
                <a:fillRect/>
              </a:stretch>
            </p:blipFill>
            <p:spPr>
              <a:xfrm>
                <a:off x="2738994" y="3998656"/>
                <a:ext cx="941576" cy="941576"/>
              </a:xfrm>
              <a:prstGeom prst="rect">
                <a:avLst/>
              </a:prstGeom>
            </p:spPr>
          </p:pic>
        </p:grpSp>
      </p:grpSp>
      <p:grpSp>
        <p:nvGrpSpPr>
          <p:cNvPr id="23" name="Group 22">
            <a:extLst>
              <a:ext uri="{FF2B5EF4-FFF2-40B4-BE49-F238E27FC236}">
                <a16:creationId xmlns:a16="http://schemas.microsoft.com/office/drawing/2014/main" id="{2603D476-58B9-052B-1EDB-94DD8328744D}"/>
              </a:ext>
            </a:extLst>
          </p:cNvPr>
          <p:cNvGrpSpPr/>
          <p:nvPr/>
        </p:nvGrpSpPr>
        <p:grpSpPr>
          <a:xfrm>
            <a:off x="876633" y="3781525"/>
            <a:ext cx="4280574" cy="2434439"/>
            <a:chOff x="829406" y="3774735"/>
            <a:chExt cx="4280574" cy="2434439"/>
          </a:xfrm>
        </p:grpSpPr>
        <p:grpSp>
          <p:nvGrpSpPr>
            <p:cNvPr id="55" name="Group 54">
              <a:extLst>
                <a:ext uri="{FF2B5EF4-FFF2-40B4-BE49-F238E27FC236}">
                  <a16:creationId xmlns:a16="http://schemas.microsoft.com/office/drawing/2014/main" id="{2C9C163F-F7F7-038B-CA60-4EF648DC3543}"/>
                </a:ext>
              </a:extLst>
            </p:cNvPr>
            <p:cNvGrpSpPr/>
            <p:nvPr/>
          </p:nvGrpSpPr>
          <p:grpSpPr>
            <a:xfrm>
              <a:off x="829406" y="3774735"/>
              <a:ext cx="4280574" cy="1974695"/>
              <a:chOff x="7495354" y="4782427"/>
              <a:chExt cx="4280574" cy="1974695"/>
            </a:xfrm>
          </p:grpSpPr>
          <p:grpSp>
            <p:nvGrpSpPr>
              <p:cNvPr id="21" name="Group 20">
                <a:extLst>
                  <a:ext uri="{FF2B5EF4-FFF2-40B4-BE49-F238E27FC236}">
                    <a16:creationId xmlns:a16="http://schemas.microsoft.com/office/drawing/2014/main" id="{32CA467A-DFB0-DA9B-6B80-85CF5756525B}"/>
                  </a:ext>
                </a:extLst>
              </p:cNvPr>
              <p:cNvGrpSpPr/>
              <p:nvPr/>
            </p:nvGrpSpPr>
            <p:grpSpPr>
              <a:xfrm>
                <a:off x="7495354" y="4782427"/>
                <a:ext cx="1623610" cy="1738642"/>
                <a:chOff x="3480672" y="4144195"/>
                <a:chExt cx="1706531" cy="1891195"/>
              </a:xfrm>
            </p:grpSpPr>
            <p:sp>
              <p:nvSpPr>
                <p:cNvPr id="27" name="TextBox 26">
                  <a:extLst>
                    <a:ext uri="{FF2B5EF4-FFF2-40B4-BE49-F238E27FC236}">
                      <a16:creationId xmlns:a16="http://schemas.microsoft.com/office/drawing/2014/main" id="{738B14AF-CE7F-6D32-8F4E-031FB3DE026A}"/>
                    </a:ext>
                  </a:extLst>
                </p:cNvPr>
                <p:cNvSpPr txBox="1"/>
                <p:nvPr/>
              </p:nvSpPr>
              <p:spPr>
                <a:xfrm>
                  <a:off x="4975463" y="5052193"/>
                  <a:ext cx="211740" cy="334782"/>
                </a:xfrm>
                <a:prstGeom prst="rect">
                  <a:avLst/>
                </a:prstGeom>
                <a:noFill/>
              </p:spPr>
              <p:txBody>
                <a:bodyPr wrap="square" rtlCol="0">
                  <a:spAutoFit/>
                </a:bodyPr>
                <a:lstStyle/>
                <a:p>
                  <a:r>
                    <a:rPr lang="en-US" sz="1400"/>
                    <a:t>x</a:t>
                  </a:r>
                </a:p>
              </p:txBody>
            </p:sp>
            <p:grpSp>
              <p:nvGrpSpPr>
                <p:cNvPr id="29" name="Group 28">
                  <a:extLst>
                    <a:ext uri="{FF2B5EF4-FFF2-40B4-BE49-F238E27FC236}">
                      <a16:creationId xmlns:a16="http://schemas.microsoft.com/office/drawing/2014/main" id="{2D4B838F-30CF-4FCB-F592-78043051AD2A}"/>
                    </a:ext>
                  </a:extLst>
                </p:cNvPr>
                <p:cNvGrpSpPr/>
                <p:nvPr/>
              </p:nvGrpSpPr>
              <p:grpSpPr>
                <a:xfrm>
                  <a:off x="3480672" y="4144195"/>
                  <a:ext cx="1516050" cy="1891195"/>
                  <a:chOff x="3480672" y="4144195"/>
                  <a:chExt cx="1516050" cy="1891195"/>
                </a:xfrm>
              </p:grpSpPr>
              <p:grpSp>
                <p:nvGrpSpPr>
                  <p:cNvPr id="36" name="Group 35">
                    <a:extLst>
                      <a:ext uri="{FF2B5EF4-FFF2-40B4-BE49-F238E27FC236}">
                        <a16:creationId xmlns:a16="http://schemas.microsoft.com/office/drawing/2014/main" id="{1FF101FF-182F-BF55-A0B9-F0D8D0F693C6}"/>
                      </a:ext>
                    </a:extLst>
                  </p:cNvPr>
                  <p:cNvGrpSpPr/>
                  <p:nvPr/>
                </p:nvGrpSpPr>
                <p:grpSpPr>
                  <a:xfrm>
                    <a:off x="3480672" y="4489801"/>
                    <a:ext cx="1516050" cy="1545589"/>
                    <a:chOff x="4579950" y="4585216"/>
                    <a:chExt cx="1516050" cy="1545589"/>
                  </a:xfrm>
                </p:grpSpPr>
                <p:sp>
                  <p:nvSpPr>
                    <p:cNvPr id="42" name="Oval 41">
                      <a:extLst>
                        <a:ext uri="{FF2B5EF4-FFF2-40B4-BE49-F238E27FC236}">
                          <a16:creationId xmlns:a16="http://schemas.microsoft.com/office/drawing/2014/main" id="{9425E7FA-3CE4-ACA0-C547-13F44E725F39}"/>
                        </a:ext>
                      </a:extLst>
                    </p:cNvPr>
                    <p:cNvSpPr/>
                    <p:nvPr/>
                  </p:nvSpPr>
                  <p:spPr>
                    <a:xfrm>
                      <a:off x="4579951" y="4585216"/>
                      <a:ext cx="1516049" cy="1545589"/>
                    </a:xfrm>
                    <a:prstGeom prst="ellipse">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2700000" scaled="1"/>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3CC207A-B075-B334-84D4-912CD48CB16E}"/>
                        </a:ext>
                      </a:extLst>
                    </p:cNvPr>
                    <p:cNvSpPr/>
                    <p:nvPr/>
                  </p:nvSpPr>
                  <p:spPr>
                    <a:xfrm>
                      <a:off x="4579950" y="5106239"/>
                      <a:ext cx="1516049" cy="562440"/>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FA29E28-13AA-9453-A363-5AC44ECED0FE}"/>
                        </a:ext>
                      </a:extLst>
                    </p:cNvPr>
                    <p:cNvSpPr/>
                    <p:nvPr/>
                  </p:nvSpPr>
                  <p:spPr>
                    <a:xfrm rot="16200000">
                      <a:off x="4586075" y="5082961"/>
                      <a:ext cx="1516049" cy="562440"/>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1396ACA3-DD9E-DA27-7108-33BBBD42ADE6}"/>
                        </a:ext>
                      </a:extLst>
                    </p:cNvPr>
                    <p:cNvCxnSpPr>
                      <a:cxnSpLocks/>
                      <a:endCxn id="42" idx="6"/>
                    </p:cNvCxnSpPr>
                    <p:nvPr/>
                  </p:nvCxnSpPr>
                  <p:spPr>
                    <a:xfrm>
                      <a:off x="5353105" y="5358011"/>
                      <a:ext cx="7428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826D3DDD-22DE-F48F-5854-6B93A684B7F1}"/>
                        </a:ext>
                      </a:extLst>
                    </p:cNvPr>
                    <p:cNvCxnSpPr>
                      <a:cxnSpLocks/>
                    </p:cNvCxnSpPr>
                    <p:nvPr/>
                  </p:nvCxnSpPr>
                  <p:spPr>
                    <a:xfrm flipH="1" flipV="1">
                      <a:off x="5336149" y="4606157"/>
                      <a:ext cx="16956" cy="751853"/>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5501060B-2E55-0A38-D1EB-FEC6F34EA7F9}"/>
                        </a:ext>
                      </a:extLst>
                    </p:cNvPr>
                    <p:cNvCxnSpPr>
                      <a:cxnSpLocks/>
                    </p:cNvCxnSpPr>
                    <p:nvPr/>
                  </p:nvCxnSpPr>
                  <p:spPr>
                    <a:xfrm flipH="1">
                      <a:off x="5062879" y="5349411"/>
                      <a:ext cx="298177" cy="319268"/>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37" name="Straight Arrow Connector 36">
                    <a:extLst>
                      <a:ext uri="{FF2B5EF4-FFF2-40B4-BE49-F238E27FC236}">
                        <a16:creationId xmlns:a16="http://schemas.microsoft.com/office/drawing/2014/main" id="{CC1840EC-080F-4954-DCC9-928974843216}"/>
                      </a:ext>
                    </a:extLst>
                  </p:cNvPr>
                  <p:cNvCxnSpPr>
                    <a:cxnSpLocks/>
                    <a:endCxn id="44" idx="5"/>
                  </p:cNvCxnSpPr>
                  <p:nvPr/>
                </p:nvCxnSpPr>
                <p:spPr>
                  <a:xfrm flipV="1">
                    <a:off x="4261778" y="4732762"/>
                    <a:ext cx="181897" cy="529833"/>
                  </a:xfrm>
                  <a:prstGeom prst="straightConnector1">
                    <a:avLst/>
                  </a:prstGeom>
                  <a:ln>
                    <a:solidFill>
                      <a:srgbClr val="F7E1F4"/>
                    </a:solidFill>
                    <a:tailEnd type="triangle"/>
                  </a:ln>
                </p:spPr>
                <p:style>
                  <a:lnRef idx="2">
                    <a:schemeClr val="accent1"/>
                  </a:lnRef>
                  <a:fillRef idx="0">
                    <a:schemeClr val="accent1"/>
                  </a:fillRef>
                  <a:effectRef idx="1">
                    <a:schemeClr val="accent1"/>
                  </a:effectRef>
                  <a:fontRef idx="minor">
                    <a:schemeClr val="tx1"/>
                  </a:fontRef>
                </p:style>
              </p:cxnSp>
              <p:sp>
                <p:nvSpPr>
                  <p:cNvPr id="38" name="Arc 37">
                    <a:extLst>
                      <a:ext uri="{FF2B5EF4-FFF2-40B4-BE49-F238E27FC236}">
                        <a16:creationId xmlns:a16="http://schemas.microsoft.com/office/drawing/2014/main" id="{2B3F7D0B-412E-B48F-1F67-4440D87A0B4E}"/>
                      </a:ext>
                    </a:extLst>
                  </p:cNvPr>
                  <p:cNvSpPr/>
                  <p:nvPr/>
                </p:nvSpPr>
                <p:spPr>
                  <a:xfrm>
                    <a:off x="4152258" y="4840024"/>
                    <a:ext cx="211739" cy="175366"/>
                  </a:xfrm>
                  <a:prstGeom prst="arc">
                    <a:avLst/>
                  </a:prstGeom>
                  <a:ln>
                    <a:solidFill>
                      <a:srgbClr val="F7E1F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6A753C28-5E01-F053-0C0B-3652630FCC00}"/>
                      </a:ext>
                    </a:extLst>
                  </p:cNvPr>
                  <p:cNvSpPr txBox="1"/>
                  <p:nvPr/>
                </p:nvSpPr>
                <p:spPr>
                  <a:xfrm flipH="1">
                    <a:off x="4186772" y="4532916"/>
                    <a:ext cx="209774" cy="368260"/>
                  </a:xfrm>
                  <a:prstGeom prst="rect">
                    <a:avLst/>
                  </a:prstGeom>
                  <a:noFill/>
                </p:spPr>
                <p:txBody>
                  <a:bodyPr wrap="square" rtlCol="0">
                    <a:spAutoFit/>
                  </a:bodyPr>
                  <a:lstStyle/>
                  <a:p>
                    <a:r>
                      <a:rPr lang="el-GR" sz="1600">
                        <a:solidFill>
                          <a:srgbClr val="F7E1F4"/>
                        </a:solidFill>
                      </a:rPr>
                      <a:t>θ</a:t>
                    </a:r>
                    <a:endParaRPr lang="en-US" sz="1600">
                      <a:solidFill>
                        <a:srgbClr val="F7E1F4"/>
                      </a:solidFill>
                    </a:endParaRPr>
                  </a:p>
                </p:txBody>
              </p:sp>
              <p:sp>
                <p:nvSpPr>
                  <p:cNvPr id="40" name="TextBox 39">
                    <a:extLst>
                      <a:ext uri="{FF2B5EF4-FFF2-40B4-BE49-F238E27FC236}">
                        <a16:creationId xmlns:a16="http://schemas.microsoft.com/office/drawing/2014/main" id="{CC8CAAC5-8B68-87A7-D281-1CE065A89616}"/>
                      </a:ext>
                    </a:extLst>
                  </p:cNvPr>
                  <p:cNvSpPr txBox="1"/>
                  <p:nvPr/>
                </p:nvSpPr>
                <p:spPr>
                  <a:xfrm>
                    <a:off x="4091297" y="4144195"/>
                    <a:ext cx="211739" cy="334782"/>
                  </a:xfrm>
                  <a:prstGeom prst="rect">
                    <a:avLst/>
                  </a:prstGeom>
                  <a:noFill/>
                </p:spPr>
                <p:txBody>
                  <a:bodyPr wrap="square" rtlCol="0">
                    <a:spAutoFit/>
                  </a:bodyPr>
                  <a:lstStyle/>
                  <a:p>
                    <a:r>
                      <a:rPr lang="en-US" sz="1400"/>
                      <a:t>y</a:t>
                    </a:r>
                  </a:p>
                </p:txBody>
              </p:sp>
              <p:sp>
                <p:nvSpPr>
                  <p:cNvPr id="41" name="TextBox 40">
                    <a:extLst>
                      <a:ext uri="{FF2B5EF4-FFF2-40B4-BE49-F238E27FC236}">
                        <a16:creationId xmlns:a16="http://schemas.microsoft.com/office/drawing/2014/main" id="{82EC6382-5104-A2D6-C153-C8E9A47D62F8}"/>
                      </a:ext>
                    </a:extLst>
                  </p:cNvPr>
                  <p:cNvSpPr txBox="1"/>
                  <p:nvPr/>
                </p:nvSpPr>
                <p:spPr>
                  <a:xfrm>
                    <a:off x="3699337" y="5464419"/>
                    <a:ext cx="211739" cy="334782"/>
                  </a:xfrm>
                  <a:prstGeom prst="rect">
                    <a:avLst/>
                  </a:prstGeom>
                  <a:noFill/>
                </p:spPr>
                <p:txBody>
                  <a:bodyPr wrap="square" rtlCol="0">
                    <a:spAutoFit/>
                  </a:bodyPr>
                  <a:lstStyle/>
                  <a:p>
                    <a:r>
                      <a:rPr lang="en-US" sz="1400"/>
                      <a:t>z</a:t>
                    </a:r>
                  </a:p>
                </p:txBody>
              </p:sp>
            </p:grpSp>
          </p:grpSp>
          <p:pic>
            <p:nvPicPr>
              <p:cNvPr id="52" name="Picture 51">
                <a:extLst>
                  <a:ext uri="{FF2B5EF4-FFF2-40B4-BE49-F238E27FC236}">
                    <a16:creationId xmlns:a16="http://schemas.microsoft.com/office/drawing/2014/main" id="{8E06FD1D-47EC-B914-74F6-216102423619}"/>
                  </a:ext>
                </a:extLst>
              </p:cNvPr>
              <p:cNvPicPr>
                <a:picLocks noChangeAspect="1"/>
              </p:cNvPicPr>
              <p:nvPr/>
            </p:nvPicPr>
            <p:blipFill>
              <a:blip r:embed="rId13"/>
              <a:srcRect l="2251" r="57055"/>
              <a:stretch>
                <a:fillRect/>
              </a:stretch>
            </p:blipFill>
            <p:spPr>
              <a:xfrm>
                <a:off x="9850756" y="4785015"/>
                <a:ext cx="1925172" cy="1972107"/>
              </a:xfrm>
              <a:prstGeom prst="rect">
                <a:avLst/>
              </a:prstGeom>
            </p:spPr>
          </p:pic>
        </p:grpSp>
        <p:sp>
          <p:nvSpPr>
            <p:cNvPr id="58" name="TextBox 57">
              <a:extLst>
                <a:ext uri="{FF2B5EF4-FFF2-40B4-BE49-F238E27FC236}">
                  <a16:creationId xmlns:a16="http://schemas.microsoft.com/office/drawing/2014/main" id="{E1BDA07B-0288-76F9-28AB-FE522CA74663}"/>
                </a:ext>
              </a:extLst>
            </p:cNvPr>
            <p:cNvSpPr txBox="1"/>
            <p:nvPr/>
          </p:nvSpPr>
          <p:spPr>
            <a:xfrm>
              <a:off x="1745617" y="5809064"/>
              <a:ext cx="2421808" cy="400110"/>
            </a:xfrm>
            <a:prstGeom prst="rect">
              <a:avLst/>
            </a:prstGeom>
            <a:solidFill>
              <a:schemeClr val="accent2">
                <a:lumMod val="20000"/>
                <a:lumOff val="80000"/>
              </a:schemeClr>
            </a:solidFill>
          </p:spPr>
          <p:txBody>
            <a:bodyPr wrap="square" rtlCol="0">
              <a:spAutoFit/>
            </a:bodyPr>
            <a:lstStyle/>
            <a:p>
              <a:r>
                <a:rPr lang="en-US" sz="2000">
                  <a:solidFill>
                    <a:srgbClr val="C00000"/>
                  </a:solidFill>
                </a:rPr>
                <a:t>Encoding and Depth</a:t>
              </a:r>
            </a:p>
          </p:txBody>
        </p:sp>
      </p:grpSp>
      <p:sp>
        <p:nvSpPr>
          <p:cNvPr id="2" name="Title 1">
            <a:extLst>
              <a:ext uri="{FF2B5EF4-FFF2-40B4-BE49-F238E27FC236}">
                <a16:creationId xmlns:a16="http://schemas.microsoft.com/office/drawing/2014/main" id="{6A1C8185-46FF-1B74-75B6-9259A223EA42}"/>
              </a:ext>
            </a:extLst>
          </p:cNvPr>
          <p:cNvSpPr>
            <a:spLocks noGrp="1"/>
          </p:cNvSpPr>
          <p:nvPr>
            <p:ph type="title"/>
          </p:nvPr>
        </p:nvSpPr>
        <p:spPr/>
        <p:txBody>
          <a:bodyPr>
            <a:normAutofit fontScale="90000"/>
          </a:bodyPr>
          <a:lstStyle/>
          <a:p>
            <a:r>
              <a:rPr lang="en-US"/>
              <a:t>Sources of Vulnerability</a:t>
            </a:r>
          </a:p>
        </p:txBody>
      </p:sp>
      <p:sp>
        <p:nvSpPr>
          <p:cNvPr id="4" name="Slide Number Placeholder 3">
            <a:extLst>
              <a:ext uri="{FF2B5EF4-FFF2-40B4-BE49-F238E27FC236}">
                <a16:creationId xmlns:a16="http://schemas.microsoft.com/office/drawing/2014/main" id="{DE2DD95E-CF65-AE09-5782-8B5058315BCA}"/>
              </a:ext>
            </a:extLst>
          </p:cNvPr>
          <p:cNvSpPr>
            <a:spLocks noGrp="1"/>
          </p:cNvSpPr>
          <p:nvPr>
            <p:ph type="sldNum" sz="quarter" idx="12"/>
          </p:nvPr>
        </p:nvSpPr>
        <p:spPr/>
        <p:txBody>
          <a:bodyPr/>
          <a:lstStyle/>
          <a:p>
            <a:fld id="{B8661DC6-780D-41F1-B3E6-BAC31697093D}" type="slidenum">
              <a:rPr lang="en-US" smtClean="0"/>
              <a:pPr/>
              <a:t>3</a:t>
            </a:fld>
            <a:endParaRPr lang="en-US"/>
          </a:p>
        </p:txBody>
      </p:sp>
    </p:spTree>
    <p:extLst>
      <p:ext uri="{BB962C8B-B14F-4D97-AF65-F5344CB8AC3E}">
        <p14:creationId xmlns:p14="http://schemas.microsoft.com/office/powerpoint/2010/main" val="124265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
          <a:extLst>
            <a:ext uri="{FF2B5EF4-FFF2-40B4-BE49-F238E27FC236}">
              <a16:creationId xmlns:a16="http://schemas.microsoft.com/office/drawing/2014/main" id="{5579D743-4326-34ED-46E4-D7F14483E47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DD6EA8F-785A-2551-AA02-BAD10D92EF72}"/>
              </a:ext>
            </a:extLst>
          </p:cNvPr>
          <p:cNvSpPr txBox="1"/>
          <p:nvPr/>
        </p:nvSpPr>
        <p:spPr>
          <a:xfrm>
            <a:off x="6361190" y="976646"/>
            <a:ext cx="3032785" cy="2554545"/>
          </a:xfrm>
          <a:prstGeom prst="rect">
            <a:avLst/>
          </a:prstGeom>
          <a:noFill/>
        </p:spPr>
        <p:txBody>
          <a:bodyPr wrap="square" rtlCol="0">
            <a:spAutoFit/>
          </a:bodyPr>
          <a:lstStyle/>
          <a:p>
            <a:r>
              <a:rPr lang="en-US" sz="2000" b="1" u="sng">
                <a:solidFill>
                  <a:schemeClr val="accent3"/>
                </a:solidFill>
              </a:rPr>
              <a:t>Black-Box (</a:t>
            </a:r>
            <a:r>
              <a:rPr lang="en-US" sz="2000" b="1" u="sng"/>
              <a:t>B</a:t>
            </a:r>
            <a:r>
              <a:rPr lang="en-US" sz="2000" b="1" u="sng">
                <a:solidFill>
                  <a:schemeClr val="accent3"/>
                </a:solidFill>
              </a:rPr>
              <a:t>)</a:t>
            </a:r>
          </a:p>
          <a:p>
            <a:pPr marL="342900" indent="-342900">
              <a:buAutoNum type="arabicPeriod"/>
            </a:pPr>
            <a:r>
              <a:rPr lang="en-US" sz="2000"/>
              <a:t>Model Extraction</a:t>
            </a:r>
          </a:p>
          <a:p>
            <a:pPr marL="342900" indent="-342900">
              <a:buAutoNum type="arabicPeriod"/>
            </a:pPr>
            <a:r>
              <a:rPr lang="en-US" sz="2000"/>
              <a:t>Crosstalk-Induced </a:t>
            </a:r>
          </a:p>
          <a:p>
            <a:r>
              <a:rPr lang="en-US" sz="2000"/>
              <a:t>Side-Channel Attacks</a:t>
            </a:r>
          </a:p>
          <a:p>
            <a:r>
              <a:rPr lang="en-US" sz="2000"/>
              <a:t>3. Membership Inference</a:t>
            </a:r>
          </a:p>
          <a:p>
            <a:r>
              <a:rPr lang="en-US" sz="2000"/>
              <a:t>4. Data Poisoning</a:t>
            </a:r>
          </a:p>
          <a:p>
            <a:r>
              <a:rPr lang="en-US" sz="2000"/>
              <a:t>5. Backdoor Attacks</a:t>
            </a:r>
          </a:p>
          <a:p>
            <a:r>
              <a:rPr lang="en-US" sz="2000"/>
              <a:t>6. Adversarial Evasion</a:t>
            </a:r>
          </a:p>
        </p:txBody>
      </p:sp>
      <p:sp>
        <p:nvSpPr>
          <p:cNvPr id="24" name="TextBox 23">
            <a:extLst>
              <a:ext uri="{FF2B5EF4-FFF2-40B4-BE49-F238E27FC236}">
                <a16:creationId xmlns:a16="http://schemas.microsoft.com/office/drawing/2014/main" id="{5D83D983-92FC-09E1-D9F3-FC23E0E9216C}"/>
              </a:ext>
            </a:extLst>
          </p:cNvPr>
          <p:cNvSpPr txBox="1"/>
          <p:nvPr/>
        </p:nvSpPr>
        <p:spPr>
          <a:xfrm>
            <a:off x="6361190" y="3929264"/>
            <a:ext cx="3848039" cy="1908215"/>
          </a:xfrm>
          <a:prstGeom prst="rect">
            <a:avLst/>
          </a:prstGeom>
          <a:noFill/>
        </p:spPr>
        <p:txBody>
          <a:bodyPr wrap="square" rtlCol="0">
            <a:spAutoFit/>
          </a:bodyPr>
          <a:lstStyle/>
          <a:p>
            <a:r>
              <a:rPr lang="en-US" b="1" u="sng">
                <a:solidFill>
                  <a:schemeClr val="accent3"/>
                </a:solidFill>
              </a:rPr>
              <a:t>Gray-Box (</a:t>
            </a:r>
            <a:r>
              <a:rPr lang="en-US" sz="2000" b="1" u="sng"/>
              <a:t>G</a:t>
            </a:r>
            <a:r>
              <a:rPr lang="en-US" b="1" u="sng">
                <a:solidFill>
                  <a:schemeClr val="accent3"/>
                </a:solidFill>
              </a:rPr>
              <a:t>)</a:t>
            </a:r>
          </a:p>
          <a:p>
            <a:pPr marL="342900" indent="-342900">
              <a:buAutoNum type="arabicPeriod"/>
            </a:pPr>
            <a:r>
              <a:rPr lang="en-US" sz="2000"/>
              <a:t>Backdoor Attacks</a:t>
            </a:r>
          </a:p>
          <a:p>
            <a:pPr marL="342900" indent="-342900">
              <a:buAutoNum type="arabicPeriod"/>
            </a:pPr>
            <a:r>
              <a:rPr lang="en-US" sz="2000"/>
              <a:t>Quantum Indiscriminate Data Poisoning (QUID)</a:t>
            </a:r>
          </a:p>
          <a:p>
            <a:pPr marL="342900" indent="-342900">
              <a:buAutoNum type="arabicPeriod"/>
            </a:pPr>
            <a:r>
              <a:rPr lang="en-US" sz="2000"/>
              <a:t>Pulse level Attacks</a:t>
            </a:r>
          </a:p>
          <a:p>
            <a:endParaRPr lang="en-US" b="1" u="sng">
              <a:solidFill>
                <a:schemeClr val="accent3"/>
              </a:solidFill>
            </a:endParaRPr>
          </a:p>
        </p:txBody>
      </p:sp>
      <p:sp>
        <p:nvSpPr>
          <p:cNvPr id="32" name="TextBox 31">
            <a:extLst>
              <a:ext uri="{FF2B5EF4-FFF2-40B4-BE49-F238E27FC236}">
                <a16:creationId xmlns:a16="http://schemas.microsoft.com/office/drawing/2014/main" id="{EED96296-FBD5-38B5-01F7-B079EB051176}"/>
              </a:ext>
            </a:extLst>
          </p:cNvPr>
          <p:cNvSpPr txBox="1"/>
          <p:nvPr/>
        </p:nvSpPr>
        <p:spPr>
          <a:xfrm>
            <a:off x="9279579" y="1003549"/>
            <a:ext cx="2884175" cy="1938992"/>
          </a:xfrm>
          <a:prstGeom prst="rect">
            <a:avLst/>
          </a:prstGeom>
          <a:noFill/>
        </p:spPr>
        <p:txBody>
          <a:bodyPr wrap="square" rtlCol="0">
            <a:spAutoFit/>
          </a:bodyPr>
          <a:lstStyle/>
          <a:p>
            <a:r>
              <a:rPr lang="en-US" b="1" u="sng">
                <a:solidFill>
                  <a:schemeClr val="accent3"/>
                </a:solidFill>
              </a:rPr>
              <a:t>White-Box (</a:t>
            </a:r>
            <a:r>
              <a:rPr lang="en-US" sz="2000" b="1" u="sng"/>
              <a:t>W</a:t>
            </a:r>
            <a:r>
              <a:rPr lang="en-US" b="1" u="sng">
                <a:solidFill>
                  <a:schemeClr val="accent3"/>
                </a:solidFill>
              </a:rPr>
              <a:t>)</a:t>
            </a:r>
            <a:endParaRPr lang="en-US" sz="2000" b="1" u="sng">
              <a:solidFill>
                <a:schemeClr val="accent3"/>
              </a:solidFill>
            </a:endParaRPr>
          </a:p>
          <a:p>
            <a:pPr marL="342900" indent="-342900">
              <a:buAutoNum type="arabicPeriod"/>
            </a:pPr>
            <a:r>
              <a:rPr lang="en-US" sz="2000"/>
              <a:t>Backdoor Attacks</a:t>
            </a:r>
          </a:p>
          <a:p>
            <a:pPr marL="342900" indent="-342900">
              <a:buAutoNum type="arabicPeriod"/>
            </a:pPr>
            <a:r>
              <a:rPr lang="en-US" sz="2000"/>
              <a:t>Hardware/ Compiler Trojan Attacks</a:t>
            </a:r>
          </a:p>
          <a:p>
            <a:pPr marL="342900" indent="-342900">
              <a:buAutoNum type="arabicPeriod"/>
            </a:pPr>
            <a:r>
              <a:rPr lang="en-US" sz="2000"/>
              <a:t>Input Inference</a:t>
            </a:r>
          </a:p>
          <a:p>
            <a:pPr marL="342900" indent="-342900">
              <a:buAutoNum type="arabicPeriod"/>
            </a:pPr>
            <a:r>
              <a:rPr lang="en-US" sz="2000"/>
              <a:t>Adversarial Evasion</a:t>
            </a:r>
          </a:p>
        </p:txBody>
      </p:sp>
      <p:grpSp>
        <p:nvGrpSpPr>
          <p:cNvPr id="22" name="Group 21">
            <a:extLst>
              <a:ext uri="{FF2B5EF4-FFF2-40B4-BE49-F238E27FC236}">
                <a16:creationId xmlns:a16="http://schemas.microsoft.com/office/drawing/2014/main" id="{C9745E0E-1C72-0D5C-20DE-98168A62B50F}"/>
              </a:ext>
            </a:extLst>
          </p:cNvPr>
          <p:cNvGrpSpPr/>
          <p:nvPr/>
        </p:nvGrpSpPr>
        <p:grpSpPr>
          <a:xfrm>
            <a:off x="99779" y="1053397"/>
            <a:ext cx="6054600" cy="4465864"/>
            <a:chOff x="99779" y="1279538"/>
            <a:chExt cx="6054600" cy="4465864"/>
          </a:xfrm>
        </p:grpSpPr>
        <p:grpSp>
          <p:nvGrpSpPr>
            <p:cNvPr id="25" name="Group 24">
              <a:extLst>
                <a:ext uri="{FF2B5EF4-FFF2-40B4-BE49-F238E27FC236}">
                  <a16:creationId xmlns:a16="http://schemas.microsoft.com/office/drawing/2014/main" id="{85BA6C65-CF41-12E1-2FFF-6E9980AAD6B7}"/>
                </a:ext>
              </a:extLst>
            </p:cNvPr>
            <p:cNvGrpSpPr/>
            <p:nvPr/>
          </p:nvGrpSpPr>
          <p:grpSpPr>
            <a:xfrm>
              <a:off x="99779" y="1279538"/>
              <a:ext cx="5628602" cy="4465864"/>
              <a:chOff x="104325" y="1130354"/>
              <a:chExt cx="5628602" cy="4465864"/>
            </a:xfrm>
          </p:grpSpPr>
          <p:pic>
            <p:nvPicPr>
              <p:cNvPr id="56" name="Picture 55">
                <a:extLst>
                  <a:ext uri="{FF2B5EF4-FFF2-40B4-BE49-F238E27FC236}">
                    <a16:creationId xmlns:a16="http://schemas.microsoft.com/office/drawing/2014/main" id="{CE77DAFB-F17C-5C40-440D-343E2BDBF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25" y="2674999"/>
                <a:ext cx="980935" cy="1013174"/>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4">
                <a:extLst>
                  <a:ext uri="{FF2B5EF4-FFF2-40B4-BE49-F238E27FC236}">
                    <a16:creationId xmlns:a16="http://schemas.microsoft.com/office/drawing/2014/main" id="{BFBD401B-4405-FB53-0B89-6CBAF1B783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3745" y="1624850"/>
                <a:ext cx="1135123" cy="1172430"/>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6">
                <a:extLst>
                  <a:ext uri="{FF2B5EF4-FFF2-40B4-BE49-F238E27FC236}">
                    <a16:creationId xmlns:a16="http://schemas.microsoft.com/office/drawing/2014/main" id="{7E75FC5F-699F-9F24-FE6F-74004AD448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4306" y="1671357"/>
                <a:ext cx="1042312" cy="1076568"/>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8">
                <a:extLst>
                  <a:ext uri="{FF2B5EF4-FFF2-40B4-BE49-F238E27FC236}">
                    <a16:creationId xmlns:a16="http://schemas.microsoft.com/office/drawing/2014/main" id="{5653B015-7184-FCBE-B912-4DC4312842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6146" y="1641302"/>
                <a:ext cx="980935" cy="1453685"/>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10">
                <a:extLst>
                  <a:ext uri="{FF2B5EF4-FFF2-40B4-BE49-F238E27FC236}">
                    <a16:creationId xmlns:a16="http://schemas.microsoft.com/office/drawing/2014/main" id="{D696FAFE-4201-30B7-2124-12964141DD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9897" y="3951105"/>
                <a:ext cx="1063661" cy="109861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2">
                <a:extLst>
                  <a:ext uri="{FF2B5EF4-FFF2-40B4-BE49-F238E27FC236}">
                    <a16:creationId xmlns:a16="http://schemas.microsoft.com/office/drawing/2014/main" id="{23AFC3E1-1ADB-0CCE-2E5A-AD18AF59A8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5907" y="3932297"/>
                <a:ext cx="1118780" cy="111943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a:extLst>
                  <a:ext uri="{FF2B5EF4-FFF2-40B4-BE49-F238E27FC236}">
                    <a16:creationId xmlns:a16="http://schemas.microsoft.com/office/drawing/2014/main" id="{2F99065B-F5E5-B79B-68D3-252C68ABE27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7767" y="3978321"/>
                <a:ext cx="1274108" cy="1023542"/>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5399836B-FC5D-FC4A-53BD-046A6AB8C3F4}"/>
                  </a:ext>
                </a:extLst>
              </p:cNvPr>
              <p:cNvSpPr txBox="1"/>
              <p:nvPr/>
            </p:nvSpPr>
            <p:spPr>
              <a:xfrm>
                <a:off x="859248" y="1130354"/>
                <a:ext cx="1795979" cy="646331"/>
              </a:xfrm>
              <a:prstGeom prst="rect">
                <a:avLst/>
              </a:prstGeom>
              <a:noFill/>
            </p:spPr>
            <p:txBody>
              <a:bodyPr wrap="square" rtlCol="0">
                <a:spAutoFit/>
              </a:bodyPr>
              <a:lstStyle/>
              <a:p>
                <a:pPr algn="ctr"/>
                <a:r>
                  <a:rPr lang="en-US"/>
                  <a:t>Pre-</a:t>
                </a:r>
              </a:p>
              <a:p>
                <a:pPr algn="ctr"/>
                <a:r>
                  <a:rPr lang="en-US"/>
                  <a:t>processing</a:t>
                </a:r>
              </a:p>
            </p:txBody>
          </p:sp>
          <p:sp>
            <p:nvSpPr>
              <p:cNvPr id="64" name="TextBox 63">
                <a:extLst>
                  <a:ext uri="{FF2B5EF4-FFF2-40B4-BE49-F238E27FC236}">
                    <a16:creationId xmlns:a16="http://schemas.microsoft.com/office/drawing/2014/main" id="{49173BD7-BF0C-0F3C-D5FC-57C3201F4BA1}"/>
                  </a:ext>
                </a:extLst>
              </p:cNvPr>
              <p:cNvSpPr txBox="1"/>
              <p:nvPr/>
            </p:nvSpPr>
            <p:spPr>
              <a:xfrm>
                <a:off x="2916967" y="1159013"/>
                <a:ext cx="1288269" cy="646331"/>
              </a:xfrm>
              <a:prstGeom prst="rect">
                <a:avLst/>
              </a:prstGeom>
              <a:noFill/>
            </p:spPr>
            <p:txBody>
              <a:bodyPr wrap="square" rtlCol="0">
                <a:spAutoFit/>
              </a:bodyPr>
              <a:lstStyle/>
              <a:p>
                <a:pPr algn="ctr"/>
                <a:r>
                  <a:rPr lang="en-US"/>
                  <a:t>Post-</a:t>
                </a:r>
              </a:p>
              <a:p>
                <a:pPr algn="ctr"/>
                <a:r>
                  <a:rPr lang="en-US"/>
                  <a:t>processing</a:t>
                </a:r>
              </a:p>
            </p:txBody>
          </p:sp>
          <p:sp>
            <p:nvSpPr>
              <p:cNvPr id="65" name="TextBox 64">
                <a:extLst>
                  <a:ext uri="{FF2B5EF4-FFF2-40B4-BE49-F238E27FC236}">
                    <a16:creationId xmlns:a16="http://schemas.microsoft.com/office/drawing/2014/main" id="{128EB953-B9BE-2233-6597-2D47EE8A5AFB}"/>
                  </a:ext>
                </a:extLst>
              </p:cNvPr>
              <p:cNvSpPr txBox="1"/>
              <p:nvPr/>
            </p:nvSpPr>
            <p:spPr>
              <a:xfrm>
                <a:off x="4690615" y="1402004"/>
                <a:ext cx="1042312" cy="346423"/>
              </a:xfrm>
              <a:prstGeom prst="rect">
                <a:avLst/>
              </a:prstGeom>
              <a:noFill/>
            </p:spPr>
            <p:txBody>
              <a:bodyPr wrap="square" rtlCol="0">
                <a:spAutoFit/>
              </a:bodyPr>
              <a:lstStyle/>
              <a:p>
                <a:r>
                  <a:rPr lang="en-US"/>
                  <a:t>Output</a:t>
                </a:r>
              </a:p>
            </p:txBody>
          </p:sp>
          <p:sp>
            <p:nvSpPr>
              <p:cNvPr id="66" name="TextBox 65">
                <a:extLst>
                  <a:ext uri="{FF2B5EF4-FFF2-40B4-BE49-F238E27FC236}">
                    <a16:creationId xmlns:a16="http://schemas.microsoft.com/office/drawing/2014/main" id="{D7A3450F-4262-7923-AD54-16C61DF538C8}"/>
                  </a:ext>
                </a:extLst>
              </p:cNvPr>
              <p:cNvSpPr txBox="1"/>
              <p:nvPr/>
            </p:nvSpPr>
            <p:spPr>
              <a:xfrm>
                <a:off x="4812188" y="4944940"/>
                <a:ext cx="794893" cy="369332"/>
              </a:xfrm>
              <a:prstGeom prst="rect">
                <a:avLst/>
              </a:prstGeom>
              <a:noFill/>
            </p:spPr>
            <p:txBody>
              <a:bodyPr wrap="square" rtlCol="0">
                <a:spAutoFit/>
              </a:bodyPr>
              <a:lstStyle/>
              <a:p>
                <a:r>
                  <a:rPr lang="en-US"/>
                  <a:t>User</a:t>
                </a:r>
              </a:p>
            </p:txBody>
          </p:sp>
          <p:sp>
            <p:nvSpPr>
              <p:cNvPr id="67" name="TextBox 66">
                <a:extLst>
                  <a:ext uri="{FF2B5EF4-FFF2-40B4-BE49-F238E27FC236}">
                    <a16:creationId xmlns:a16="http://schemas.microsoft.com/office/drawing/2014/main" id="{E9111503-B21C-478F-C7C1-B4799B211700}"/>
                  </a:ext>
                </a:extLst>
              </p:cNvPr>
              <p:cNvSpPr txBox="1"/>
              <p:nvPr/>
            </p:nvSpPr>
            <p:spPr>
              <a:xfrm>
                <a:off x="2972054" y="4949887"/>
                <a:ext cx="1491574" cy="646331"/>
              </a:xfrm>
              <a:prstGeom prst="rect">
                <a:avLst/>
              </a:prstGeom>
              <a:noFill/>
            </p:spPr>
            <p:txBody>
              <a:bodyPr wrap="square" rtlCol="0">
                <a:spAutoFit/>
              </a:bodyPr>
              <a:lstStyle/>
              <a:p>
                <a:r>
                  <a:rPr lang="en-US"/>
                  <a:t>Quantum Hardware</a:t>
                </a:r>
              </a:p>
            </p:txBody>
          </p:sp>
          <p:cxnSp>
            <p:nvCxnSpPr>
              <p:cNvPr id="68" name="Straight Arrow Connector 67">
                <a:extLst>
                  <a:ext uri="{FF2B5EF4-FFF2-40B4-BE49-F238E27FC236}">
                    <a16:creationId xmlns:a16="http://schemas.microsoft.com/office/drawing/2014/main" id="{22DF8C8F-C820-CF37-7BE0-53BC2E6A100B}"/>
                  </a:ext>
                </a:extLst>
              </p:cNvPr>
              <p:cNvCxnSpPr>
                <a:cxnSpLocks/>
                <a:stCxn id="58" idx="3"/>
              </p:cNvCxnSpPr>
              <p:nvPr/>
            </p:nvCxnSpPr>
            <p:spPr>
              <a:xfrm>
                <a:off x="4276618" y="2209641"/>
                <a:ext cx="41399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5FAC296E-4EAD-AEAE-B7CF-2940D3C850F2}"/>
                  </a:ext>
                </a:extLst>
              </p:cNvPr>
              <p:cNvCxnSpPr>
                <a:stCxn id="57" idx="2"/>
                <a:endCxn id="62" idx="0"/>
              </p:cNvCxnSpPr>
              <p:nvPr/>
            </p:nvCxnSpPr>
            <p:spPr>
              <a:xfrm flipH="1">
                <a:off x="1774821" y="2797280"/>
                <a:ext cx="6486" cy="11810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D0FEFF7A-0D35-5137-CDCC-7656F83A6DFF}"/>
                  </a:ext>
                </a:extLst>
              </p:cNvPr>
              <p:cNvCxnSpPr>
                <a:cxnSpLocks/>
                <a:stCxn id="62" idx="3"/>
                <a:endCxn id="61" idx="1"/>
              </p:cNvCxnSpPr>
              <p:nvPr/>
            </p:nvCxnSpPr>
            <p:spPr>
              <a:xfrm>
                <a:off x="2411875" y="4490092"/>
                <a:ext cx="794032" cy="19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B87DFAF2-529E-56E8-1AB5-922743692CE7}"/>
                  </a:ext>
                </a:extLst>
              </p:cNvPr>
              <p:cNvCxnSpPr>
                <a:stCxn id="61" idx="0"/>
                <a:endCxn id="58" idx="2"/>
              </p:cNvCxnSpPr>
              <p:nvPr/>
            </p:nvCxnSpPr>
            <p:spPr>
              <a:xfrm flipH="1" flipV="1">
                <a:off x="3755462" y="2747925"/>
                <a:ext cx="9835" cy="11843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CF5510E7-9340-922C-ED14-0BD6D93CEB7A}"/>
                  </a:ext>
                </a:extLst>
              </p:cNvPr>
              <p:cNvCxnSpPr>
                <a:cxnSpLocks/>
                <a:stCxn id="59" idx="2"/>
                <a:endCxn id="60" idx="0"/>
              </p:cNvCxnSpPr>
              <p:nvPr/>
            </p:nvCxnSpPr>
            <p:spPr>
              <a:xfrm>
                <a:off x="5116614" y="3094987"/>
                <a:ext cx="5114" cy="8561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Connector: Elbow 72">
                <a:extLst>
                  <a:ext uri="{FF2B5EF4-FFF2-40B4-BE49-F238E27FC236}">
                    <a16:creationId xmlns:a16="http://schemas.microsoft.com/office/drawing/2014/main" id="{DFCD5209-2389-10EA-586B-BD2B8698C0A5}"/>
                  </a:ext>
                </a:extLst>
              </p:cNvPr>
              <p:cNvCxnSpPr>
                <a:stCxn id="56" idx="0"/>
                <a:endCxn id="57" idx="1"/>
              </p:cNvCxnSpPr>
              <p:nvPr/>
            </p:nvCxnSpPr>
            <p:spPr>
              <a:xfrm rot="5400000" flipH="1" flipV="1">
                <a:off x="672302" y="2133556"/>
                <a:ext cx="463934" cy="61895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7" name="TextBox 26">
              <a:extLst>
                <a:ext uri="{FF2B5EF4-FFF2-40B4-BE49-F238E27FC236}">
                  <a16:creationId xmlns:a16="http://schemas.microsoft.com/office/drawing/2014/main" id="{392022A5-EE38-47FB-DF35-B254E4F3636D}"/>
                </a:ext>
              </a:extLst>
            </p:cNvPr>
            <p:cNvSpPr txBox="1"/>
            <p:nvPr/>
          </p:nvSpPr>
          <p:spPr>
            <a:xfrm>
              <a:off x="5112067" y="3310257"/>
              <a:ext cx="1042312" cy="369332"/>
            </a:xfrm>
            <a:prstGeom prst="rect">
              <a:avLst/>
            </a:prstGeom>
            <a:noFill/>
          </p:spPr>
          <p:txBody>
            <a:bodyPr wrap="square" rtlCol="0">
              <a:spAutoFit/>
            </a:bodyPr>
            <a:lstStyle/>
            <a:p>
              <a:r>
                <a:rPr lang="en-US"/>
                <a:t>B(1,3)</a:t>
              </a:r>
            </a:p>
          </p:txBody>
        </p:sp>
        <p:grpSp>
          <p:nvGrpSpPr>
            <p:cNvPr id="28" name="Group 27">
              <a:extLst>
                <a:ext uri="{FF2B5EF4-FFF2-40B4-BE49-F238E27FC236}">
                  <a16:creationId xmlns:a16="http://schemas.microsoft.com/office/drawing/2014/main" id="{96A62893-4D34-9051-F108-7C1FDD87C94D}"/>
                </a:ext>
              </a:extLst>
            </p:cNvPr>
            <p:cNvGrpSpPr/>
            <p:nvPr/>
          </p:nvGrpSpPr>
          <p:grpSpPr>
            <a:xfrm>
              <a:off x="587503" y="2358825"/>
              <a:ext cx="3893332" cy="863471"/>
              <a:chOff x="587503" y="2358825"/>
              <a:chExt cx="3893332" cy="863471"/>
            </a:xfrm>
          </p:grpSpPr>
          <p:grpSp>
            <p:nvGrpSpPr>
              <p:cNvPr id="30" name="Group 29">
                <a:extLst>
                  <a:ext uri="{FF2B5EF4-FFF2-40B4-BE49-F238E27FC236}">
                    <a16:creationId xmlns:a16="http://schemas.microsoft.com/office/drawing/2014/main" id="{C5709189-EBC3-8380-07AB-58F2E9AE8C65}"/>
                  </a:ext>
                </a:extLst>
              </p:cNvPr>
              <p:cNvGrpSpPr/>
              <p:nvPr/>
            </p:nvGrpSpPr>
            <p:grpSpPr>
              <a:xfrm>
                <a:off x="3833540" y="2852964"/>
                <a:ext cx="647295" cy="369332"/>
                <a:chOff x="3893270" y="2723110"/>
                <a:chExt cx="647295" cy="369332"/>
              </a:xfrm>
            </p:grpSpPr>
            <p:sp>
              <p:nvSpPr>
                <p:cNvPr id="54" name="Rectangle 53">
                  <a:extLst>
                    <a:ext uri="{FF2B5EF4-FFF2-40B4-BE49-F238E27FC236}">
                      <a16:creationId xmlns:a16="http://schemas.microsoft.com/office/drawing/2014/main" id="{66160B6A-7FED-7101-E310-3466B474BDBB}"/>
                    </a:ext>
                  </a:extLst>
                </p:cNvPr>
                <p:cNvSpPr/>
                <p:nvPr/>
              </p:nvSpPr>
              <p:spPr>
                <a:xfrm>
                  <a:off x="3934140" y="2797280"/>
                  <a:ext cx="606425" cy="2927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4F453EFD-C44A-A769-7325-997974E1692D}"/>
                    </a:ext>
                  </a:extLst>
                </p:cNvPr>
                <p:cNvSpPr txBox="1"/>
                <p:nvPr/>
              </p:nvSpPr>
              <p:spPr>
                <a:xfrm>
                  <a:off x="3893270" y="2723110"/>
                  <a:ext cx="590985" cy="369332"/>
                </a:xfrm>
                <a:prstGeom prst="rect">
                  <a:avLst/>
                </a:prstGeom>
                <a:noFill/>
              </p:spPr>
              <p:txBody>
                <a:bodyPr wrap="square" rtlCol="0">
                  <a:spAutoFit/>
                </a:bodyPr>
                <a:lstStyle/>
                <a:p>
                  <a:r>
                    <a:rPr lang="en-US"/>
                    <a:t>B(2)</a:t>
                  </a:r>
                </a:p>
              </p:txBody>
            </p:sp>
          </p:grpSp>
          <p:grpSp>
            <p:nvGrpSpPr>
              <p:cNvPr id="34" name="Group 33">
                <a:extLst>
                  <a:ext uri="{FF2B5EF4-FFF2-40B4-BE49-F238E27FC236}">
                    <a16:creationId xmlns:a16="http://schemas.microsoft.com/office/drawing/2014/main" id="{34B6F76F-80C0-D881-30B0-12A194900649}"/>
                  </a:ext>
                </a:extLst>
              </p:cNvPr>
              <p:cNvGrpSpPr/>
              <p:nvPr/>
            </p:nvGrpSpPr>
            <p:grpSpPr>
              <a:xfrm>
                <a:off x="587503" y="2358825"/>
                <a:ext cx="777734" cy="513485"/>
                <a:chOff x="547246" y="2378058"/>
                <a:chExt cx="777734" cy="513485"/>
              </a:xfrm>
            </p:grpSpPr>
            <p:sp>
              <p:nvSpPr>
                <p:cNvPr id="36" name="Rectangle 35">
                  <a:extLst>
                    <a:ext uri="{FF2B5EF4-FFF2-40B4-BE49-F238E27FC236}">
                      <a16:creationId xmlns:a16="http://schemas.microsoft.com/office/drawing/2014/main" id="{CD48C2E2-8314-4C00-6E13-FADE3FF91C96}"/>
                    </a:ext>
                  </a:extLst>
                </p:cNvPr>
                <p:cNvSpPr/>
                <p:nvPr/>
              </p:nvSpPr>
              <p:spPr>
                <a:xfrm>
                  <a:off x="635166" y="2401744"/>
                  <a:ext cx="559300" cy="4897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2F6773DC-B0AB-3A6E-1D53-B4C90F2DB40C}"/>
                    </a:ext>
                  </a:extLst>
                </p:cNvPr>
                <p:cNvSpPr txBox="1"/>
                <p:nvPr/>
              </p:nvSpPr>
              <p:spPr>
                <a:xfrm>
                  <a:off x="547246" y="2378058"/>
                  <a:ext cx="777734" cy="369332"/>
                </a:xfrm>
                <a:prstGeom prst="rect">
                  <a:avLst/>
                </a:prstGeom>
                <a:noFill/>
                <a:ln>
                  <a:noFill/>
                </a:ln>
              </p:spPr>
              <p:txBody>
                <a:bodyPr wrap="square" rtlCol="0">
                  <a:spAutoFit/>
                </a:bodyPr>
                <a:lstStyle/>
                <a:p>
                  <a:r>
                    <a:rPr lang="en-US"/>
                    <a:t>B(4,5)</a:t>
                  </a:r>
                </a:p>
              </p:txBody>
            </p:sp>
          </p:grpSp>
        </p:grpSp>
      </p:grpSp>
      <p:sp>
        <p:nvSpPr>
          <p:cNvPr id="80" name="TextBox 79">
            <a:extLst>
              <a:ext uri="{FF2B5EF4-FFF2-40B4-BE49-F238E27FC236}">
                <a16:creationId xmlns:a16="http://schemas.microsoft.com/office/drawing/2014/main" id="{2E34732E-E25E-104D-BEFB-0639F0F88095}"/>
              </a:ext>
            </a:extLst>
          </p:cNvPr>
          <p:cNvSpPr txBox="1"/>
          <p:nvPr/>
        </p:nvSpPr>
        <p:spPr>
          <a:xfrm>
            <a:off x="1764183" y="3091481"/>
            <a:ext cx="777734" cy="369332"/>
          </a:xfrm>
          <a:prstGeom prst="rect">
            <a:avLst/>
          </a:prstGeom>
          <a:noFill/>
          <a:ln>
            <a:noFill/>
          </a:ln>
        </p:spPr>
        <p:txBody>
          <a:bodyPr wrap="square" rtlCol="0">
            <a:spAutoFit/>
          </a:bodyPr>
          <a:lstStyle/>
          <a:p>
            <a:r>
              <a:rPr lang="en-US"/>
              <a:t>B(6)</a:t>
            </a:r>
          </a:p>
        </p:txBody>
      </p:sp>
      <p:sp>
        <p:nvSpPr>
          <p:cNvPr id="81" name="TextBox 80">
            <a:extLst>
              <a:ext uri="{FF2B5EF4-FFF2-40B4-BE49-F238E27FC236}">
                <a16:creationId xmlns:a16="http://schemas.microsoft.com/office/drawing/2014/main" id="{F34EB636-F933-ECED-A861-C8B99BD113B4}"/>
              </a:ext>
            </a:extLst>
          </p:cNvPr>
          <p:cNvSpPr txBox="1"/>
          <p:nvPr/>
        </p:nvSpPr>
        <p:spPr>
          <a:xfrm>
            <a:off x="1757894" y="2833364"/>
            <a:ext cx="777734" cy="369332"/>
          </a:xfrm>
          <a:prstGeom prst="rect">
            <a:avLst/>
          </a:prstGeom>
          <a:noFill/>
          <a:ln>
            <a:noFill/>
          </a:ln>
        </p:spPr>
        <p:txBody>
          <a:bodyPr wrap="square" rtlCol="0">
            <a:spAutoFit/>
          </a:bodyPr>
          <a:lstStyle/>
          <a:p>
            <a:r>
              <a:rPr lang="en-US"/>
              <a:t>G(2)</a:t>
            </a:r>
          </a:p>
        </p:txBody>
      </p:sp>
      <p:sp>
        <p:nvSpPr>
          <p:cNvPr id="82" name="TextBox 81">
            <a:extLst>
              <a:ext uri="{FF2B5EF4-FFF2-40B4-BE49-F238E27FC236}">
                <a16:creationId xmlns:a16="http://schemas.microsoft.com/office/drawing/2014/main" id="{3D4DB70B-8E4C-2663-3AEB-CDD490D9094C}"/>
              </a:ext>
            </a:extLst>
          </p:cNvPr>
          <p:cNvSpPr txBox="1"/>
          <p:nvPr/>
        </p:nvSpPr>
        <p:spPr>
          <a:xfrm>
            <a:off x="2372271" y="3983290"/>
            <a:ext cx="1127759" cy="369332"/>
          </a:xfrm>
          <a:prstGeom prst="rect">
            <a:avLst/>
          </a:prstGeom>
          <a:noFill/>
          <a:ln>
            <a:noFill/>
          </a:ln>
        </p:spPr>
        <p:txBody>
          <a:bodyPr wrap="square" rtlCol="0">
            <a:spAutoFit/>
          </a:bodyPr>
          <a:lstStyle/>
          <a:p>
            <a:r>
              <a:rPr lang="en-US"/>
              <a:t>W(3, 4)</a:t>
            </a:r>
          </a:p>
        </p:txBody>
      </p:sp>
      <p:sp>
        <p:nvSpPr>
          <p:cNvPr id="83" name="TextBox 82">
            <a:extLst>
              <a:ext uri="{FF2B5EF4-FFF2-40B4-BE49-F238E27FC236}">
                <a16:creationId xmlns:a16="http://schemas.microsoft.com/office/drawing/2014/main" id="{82A5BF89-4CE9-8057-C93C-7F3D23654F93}"/>
              </a:ext>
            </a:extLst>
          </p:cNvPr>
          <p:cNvSpPr txBox="1"/>
          <p:nvPr/>
        </p:nvSpPr>
        <p:spPr>
          <a:xfrm>
            <a:off x="2510482" y="3705375"/>
            <a:ext cx="777734" cy="369332"/>
          </a:xfrm>
          <a:prstGeom prst="rect">
            <a:avLst/>
          </a:prstGeom>
          <a:noFill/>
          <a:ln>
            <a:noFill/>
          </a:ln>
        </p:spPr>
        <p:txBody>
          <a:bodyPr wrap="square" rtlCol="0">
            <a:spAutoFit/>
          </a:bodyPr>
          <a:lstStyle/>
          <a:p>
            <a:r>
              <a:rPr lang="en-US"/>
              <a:t>G(1)</a:t>
            </a:r>
          </a:p>
        </p:txBody>
      </p:sp>
      <p:sp>
        <p:nvSpPr>
          <p:cNvPr id="84" name="TextBox 83">
            <a:extLst>
              <a:ext uri="{FF2B5EF4-FFF2-40B4-BE49-F238E27FC236}">
                <a16:creationId xmlns:a16="http://schemas.microsoft.com/office/drawing/2014/main" id="{F0D83FE2-9FBA-9507-486E-BB41AB827521}"/>
              </a:ext>
            </a:extLst>
          </p:cNvPr>
          <p:cNvSpPr txBox="1"/>
          <p:nvPr/>
        </p:nvSpPr>
        <p:spPr>
          <a:xfrm>
            <a:off x="3789114" y="2983329"/>
            <a:ext cx="1042312" cy="369332"/>
          </a:xfrm>
          <a:prstGeom prst="rect">
            <a:avLst/>
          </a:prstGeom>
          <a:noFill/>
        </p:spPr>
        <p:txBody>
          <a:bodyPr wrap="square" rtlCol="0">
            <a:spAutoFit/>
          </a:bodyPr>
          <a:lstStyle/>
          <a:p>
            <a:r>
              <a:rPr lang="en-US"/>
              <a:t>W(1,3)</a:t>
            </a:r>
          </a:p>
        </p:txBody>
      </p:sp>
      <p:sp>
        <p:nvSpPr>
          <p:cNvPr id="85" name="TextBox 84">
            <a:extLst>
              <a:ext uri="{FF2B5EF4-FFF2-40B4-BE49-F238E27FC236}">
                <a16:creationId xmlns:a16="http://schemas.microsoft.com/office/drawing/2014/main" id="{8CEC46CD-D6C2-3F00-0669-8F439C5759B6}"/>
              </a:ext>
            </a:extLst>
          </p:cNvPr>
          <p:cNvSpPr txBox="1"/>
          <p:nvPr/>
        </p:nvSpPr>
        <p:spPr>
          <a:xfrm>
            <a:off x="3812250" y="3346525"/>
            <a:ext cx="767987" cy="369332"/>
          </a:xfrm>
          <a:prstGeom prst="rect">
            <a:avLst/>
          </a:prstGeom>
          <a:noFill/>
        </p:spPr>
        <p:txBody>
          <a:bodyPr wrap="square" rtlCol="0">
            <a:spAutoFit/>
          </a:bodyPr>
          <a:lstStyle/>
          <a:p>
            <a:r>
              <a:rPr lang="en-US"/>
              <a:t>G(3)</a:t>
            </a:r>
          </a:p>
        </p:txBody>
      </p:sp>
      <p:sp>
        <p:nvSpPr>
          <p:cNvPr id="86" name="TextBox 85">
            <a:extLst>
              <a:ext uri="{FF2B5EF4-FFF2-40B4-BE49-F238E27FC236}">
                <a16:creationId xmlns:a16="http://schemas.microsoft.com/office/drawing/2014/main" id="{7479E433-5240-8EE0-850C-070CBE2E437C}"/>
              </a:ext>
            </a:extLst>
          </p:cNvPr>
          <p:cNvSpPr txBox="1"/>
          <p:nvPr/>
        </p:nvSpPr>
        <p:spPr>
          <a:xfrm>
            <a:off x="5098923" y="3385566"/>
            <a:ext cx="864826" cy="369332"/>
          </a:xfrm>
          <a:prstGeom prst="rect">
            <a:avLst/>
          </a:prstGeom>
          <a:noFill/>
        </p:spPr>
        <p:txBody>
          <a:bodyPr wrap="square" rtlCol="0">
            <a:spAutoFit/>
          </a:bodyPr>
          <a:lstStyle/>
          <a:p>
            <a:r>
              <a:rPr lang="en-US"/>
              <a:t>W(2)</a:t>
            </a:r>
          </a:p>
        </p:txBody>
      </p:sp>
      <p:sp>
        <p:nvSpPr>
          <p:cNvPr id="4" name="Title 3">
            <a:extLst>
              <a:ext uri="{FF2B5EF4-FFF2-40B4-BE49-F238E27FC236}">
                <a16:creationId xmlns:a16="http://schemas.microsoft.com/office/drawing/2014/main" id="{8C2E087E-656F-0392-B04E-78AE85D56BA0}"/>
              </a:ext>
            </a:extLst>
          </p:cNvPr>
          <p:cNvSpPr>
            <a:spLocks noGrp="1"/>
          </p:cNvSpPr>
          <p:nvPr>
            <p:ph type="title"/>
          </p:nvPr>
        </p:nvSpPr>
        <p:spPr/>
        <p:txBody>
          <a:bodyPr>
            <a:normAutofit fontScale="90000"/>
          </a:bodyPr>
          <a:lstStyle/>
          <a:p>
            <a:r>
              <a:rPr lang="en-US"/>
              <a:t>Taxonomy of Attacks</a:t>
            </a:r>
          </a:p>
        </p:txBody>
      </p:sp>
      <p:sp>
        <p:nvSpPr>
          <p:cNvPr id="3" name="Slide Number Placeholder 2">
            <a:extLst>
              <a:ext uri="{FF2B5EF4-FFF2-40B4-BE49-F238E27FC236}">
                <a16:creationId xmlns:a16="http://schemas.microsoft.com/office/drawing/2014/main" id="{80128E81-CA55-1C86-D1F8-452D8D9B7848}"/>
              </a:ext>
            </a:extLst>
          </p:cNvPr>
          <p:cNvSpPr>
            <a:spLocks noGrp="1"/>
          </p:cNvSpPr>
          <p:nvPr>
            <p:ph type="sldNum" sz="quarter" idx="12"/>
          </p:nvPr>
        </p:nvSpPr>
        <p:spPr/>
        <p:txBody>
          <a:bodyPr/>
          <a:lstStyle/>
          <a:p>
            <a:fld id="{B8661DC6-780D-41F1-B3E6-BAC31697093D}" type="slidenum">
              <a:rPr lang="en-US" smtClean="0"/>
              <a:pPr/>
              <a:t>4</a:t>
            </a:fld>
            <a:endParaRPr lang="en-US"/>
          </a:p>
        </p:txBody>
      </p:sp>
    </p:spTree>
    <p:extLst>
      <p:ext uri="{BB962C8B-B14F-4D97-AF65-F5344CB8AC3E}">
        <p14:creationId xmlns:p14="http://schemas.microsoft.com/office/powerpoint/2010/main" val="665559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87796778-CE24-8E16-6396-B8E78B464DE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CA7BD8A-6707-10D7-A581-BB62F7CCED03}"/>
              </a:ext>
            </a:extLst>
          </p:cNvPr>
          <p:cNvSpPr txBox="1"/>
          <p:nvPr/>
        </p:nvSpPr>
        <p:spPr>
          <a:xfrm>
            <a:off x="150623" y="672353"/>
            <a:ext cx="2283822" cy="6087035"/>
          </a:xfrm>
          <a:prstGeom prst="rect">
            <a:avLst/>
          </a:prstGeom>
          <a:ln w="38100">
            <a:prstDash val="solid"/>
          </a:ln>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a:p>
        </p:txBody>
      </p:sp>
      <p:sp>
        <p:nvSpPr>
          <p:cNvPr id="36" name="AutoShape 2" descr="Generated image: Zero divided by one">
            <a:extLst>
              <a:ext uri="{FF2B5EF4-FFF2-40B4-BE49-F238E27FC236}">
                <a16:creationId xmlns:a16="http://schemas.microsoft.com/office/drawing/2014/main" id="{7CC19EEE-D5B3-6BE9-851C-154AA805442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46FC42A5-08AF-F044-D741-D24605C45305}"/>
              </a:ext>
            </a:extLst>
          </p:cNvPr>
          <p:cNvSpPr txBox="1"/>
          <p:nvPr/>
        </p:nvSpPr>
        <p:spPr>
          <a:xfrm>
            <a:off x="199883" y="1021344"/>
            <a:ext cx="2240778" cy="615553"/>
          </a:xfrm>
          <a:prstGeom prst="rect">
            <a:avLst/>
          </a:prstGeom>
          <a:noFill/>
        </p:spPr>
        <p:txBody>
          <a:bodyPr wrap="square" rtlCol="0">
            <a:spAutoFit/>
          </a:bodyPr>
          <a:lstStyle/>
          <a:p>
            <a:r>
              <a:rPr lang="en-US" b="1" u="sng">
                <a:solidFill>
                  <a:schemeClr val="accent2">
                    <a:lumMod val="75000"/>
                  </a:schemeClr>
                </a:solidFill>
              </a:rPr>
              <a:t>PQC Depth</a:t>
            </a:r>
          </a:p>
          <a:p>
            <a:pPr marL="285750" indent="-285750">
              <a:buFont typeface="Arial" panose="020B0604020202020204" pitchFamily="34" charset="0"/>
              <a:buChar char="•"/>
            </a:pPr>
            <a:r>
              <a:rPr lang="en-US" sz="1600"/>
              <a:t>2, 5, 10, 50 layers</a:t>
            </a:r>
          </a:p>
        </p:txBody>
      </p:sp>
      <p:sp>
        <p:nvSpPr>
          <p:cNvPr id="9" name="TextBox 8">
            <a:extLst>
              <a:ext uri="{FF2B5EF4-FFF2-40B4-BE49-F238E27FC236}">
                <a16:creationId xmlns:a16="http://schemas.microsoft.com/office/drawing/2014/main" id="{0F95E580-A1A3-FE17-B100-B8370D64FBF4}"/>
              </a:ext>
            </a:extLst>
          </p:cNvPr>
          <p:cNvSpPr txBox="1"/>
          <p:nvPr/>
        </p:nvSpPr>
        <p:spPr>
          <a:xfrm>
            <a:off x="132136" y="4892010"/>
            <a:ext cx="2551755" cy="1600438"/>
          </a:xfrm>
          <a:prstGeom prst="rect">
            <a:avLst/>
          </a:prstGeom>
          <a:noFill/>
        </p:spPr>
        <p:txBody>
          <a:bodyPr wrap="square" rtlCol="0">
            <a:spAutoFit/>
          </a:bodyPr>
          <a:lstStyle/>
          <a:p>
            <a:r>
              <a:rPr lang="en-US" b="1" u="sng">
                <a:solidFill>
                  <a:schemeClr val="accent2">
                    <a:lumMod val="75000"/>
                  </a:schemeClr>
                </a:solidFill>
              </a:rPr>
              <a:t>Conditions</a:t>
            </a:r>
          </a:p>
          <a:p>
            <a:pPr marL="285750" indent="-285750">
              <a:buFont typeface="Arial" panose="020B0604020202020204" pitchFamily="34" charset="0"/>
              <a:buChar char="•"/>
            </a:pPr>
            <a:r>
              <a:rPr lang="en-US" sz="1600"/>
              <a:t>Noiseless Setting</a:t>
            </a:r>
          </a:p>
          <a:p>
            <a:pPr marL="285750" indent="-285750">
              <a:buFont typeface="Arial" panose="020B0604020202020204" pitchFamily="34" charset="0"/>
              <a:buChar char="•"/>
            </a:pPr>
            <a:r>
              <a:rPr lang="en-US" sz="1600"/>
              <a:t>Noisy Setting (Depolarized Noise, p=0.01)</a:t>
            </a:r>
          </a:p>
          <a:p>
            <a:pPr marL="285750" indent="-285750">
              <a:buFont typeface="Arial" panose="020B0604020202020204" pitchFamily="34" charset="0"/>
              <a:buChar char="•"/>
            </a:pPr>
            <a:r>
              <a:rPr lang="en-US" sz="1600"/>
              <a:t>Classical ML</a:t>
            </a:r>
          </a:p>
        </p:txBody>
      </p:sp>
      <p:grpSp>
        <p:nvGrpSpPr>
          <p:cNvPr id="15" name="Group 14">
            <a:extLst>
              <a:ext uri="{FF2B5EF4-FFF2-40B4-BE49-F238E27FC236}">
                <a16:creationId xmlns:a16="http://schemas.microsoft.com/office/drawing/2014/main" id="{A4071B64-0590-5100-C1EC-E5297E6BA9B3}"/>
              </a:ext>
            </a:extLst>
          </p:cNvPr>
          <p:cNvGrpSpPr/>
          <p:nvPr/>
        </p:nvGrpSpPr>
        <p:grpSpPr>
          <a:xfrm>
            <a:off x="2614375" y="782782"/>
            <a:ext cx="9577625" cy="5684843"/>
            <a:chOff x="2560706" y="807605"/>
            <a:chExt cx="9577625" cy="5684843"/>
          </a:xfrm>
        </p:grpSpPr>
        <p:sp>
          <p:nvSpPr>
            <p:cNvPr id="28" name="TextBox 27">
              <a:extLst>
                <a:ext uri="{FF2B5EF4-FFF2-40B4-BE49-F238E27FC236}">
                  <a16:creationId xmlns:a16="http://schemas.microsoft.com/office/drawing/2014/main" id="{C23A7C29-45F0-54F7-D5FF-323993143A47}"/>
                </a:ext>
              </a:extLst>
            </p:cNvPr>
            <p:cNvSpPr txBox="1"/>
            <p:nvPr/>
          </p:nvSpPr>
          <p:spPr>
            <a:xfrm>
              <a:off x="3146614" y="4645789"/>
              <a:ext cx="8489575" cy="1846659"/>
            </a:xfrm>
            <a:prstGeom prst="rect">
              <a:avLst/>
            </a:prstGeom>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400" b="1" u="sng">
                  <a:solidFill>
                    <a:schemeClr val="bg1"/>
                  </a:solidFill>
                </a:rPr>
                <a:t>Key Insights</a:t>
              </a:r>
            </a:p>
            <a:p>
              <a:pPr marL="285750" indent="-285750">
                <a:buFont typeface="Wingdings" panose="05000000000000000000" pitchFamily="2" charset="2"/>
                <a:buChar char="ü"/>
              </a:pPr>
              <a:r>
                <a:rPr lang="en-US">
                  <a:solidFill>
                    <a:schemeClr val="bg1"/>
                  </a:solidFill>
                </a:rPr>
                <a:t>Encoding and circuit depth jointly determine QMLP performance</a:t>
              </a:r>
            </a:p>
            <a:p>
              <a:pPr marL="285750" indent="-285750">
                <a:buFont typeface="Wingdings" panose="05000000000000000000" pitchFamily="2" charset="2"/>
                <a:buChar char="ü"/>
              </a:pPr>
              <a:r>
                <a:rPr lang="en-US">
                  <a:solidFill>
                    <a:schemeClr val="bg1"/>
                  </a:solidFill>
                </a:rPr>
                <a:t>Angle encoding favors shallow circuits (highest accuracy gain for 10layer PQC)</a:t>
              </a:r>
            </a:p>
            <a:p>
              <a:pPr marL="285750" indent="-285750">
                <a:buFont typeface="Wingdings" panose="05000000000000000000" pitchFamily="2" charset="2"/>
                <a:buChar char="ü"/>
              </a:pPr>
              <a:r>
                <a:rPr lang="en-US">
                  <a:solidFill>
                    <a:schemeClr val="bg1"/>
                  </a:solidFill>
                </a:rPr>
                <a:t>Amplitude encoding benefits from deeper circuit.</a:t>
              </a:r>
            </a:p>
            <a:p>
              <a:pPr marL="285750" indent="-285750">
                <a:buFont typeface="Wingdings" panose="05000000000000000000" pitchFamily="2" charset="2"/>
                <a:buChar char="ü"/>
              </a:pPr>
              <a:r>
                <a:rPr lang="en-US">
                  <a:solidFill>
                    <a:schemeClr val="bg1"/>
                  </a:solidFill>
                </a:rPr>
                <a:t>Noise severely limits model accuracy, with shallow angle-encoded circuits showing relatively higher resilience.</a:t>
              </a:r>
            </a:p>
          </p:txBody>
        </p:sp>
        <p:grpSp>
          <p:nvGrpSpPr>
            <p:cNvPr id="3" name="Group 2">
              <a:extLst>
                <a:ext uri="{FF2B5EF4-FFF2-40B4-BE49-F238E27FC236}">
                  <a16:creationId xmlns:a16="http://schemas.microsoft.com/office/drawing/2014/main" id="{1E10D563-C0CE-5CE8-C173-DA33DB09BA23}"/>
                </a:ext>
              </a:extLst>
            </p:cNvPr>
            <p:cNvGrpSpPr/>
            <p:nvPr/>
          </p:nvGrpSpPr>
          <p:grpSpPr>
            <a:xfrm>
              <a:off x="2560706" y="807605"/>
              <a:ext cx="5118372" cy="3312438"/>
              <a:chOff x="2560706" y="807605"/>
              <a:chExt cx="5118372" cy="3312438"/>
            </a:xfrm>
          </p:grpSpPr>
          <p:pic>
            <p:nvPicPr>
              <p:cNvPr id="4" name="Picture 3">
                <a:extLst>
                  <a:ext uri="{FF2B5EF4-FFF2-40B4-BE49-F238E27FC236}">
                    <a16:creationId xmlns:a16="http://schemas.microsoft.com/office/drawing/2014/main" id="{4D2F0D76-655A-9CA3-2550-5CBB9BAE44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0706" y="807605"/>
                <a:ext cx="5118372" cy="3312438"/>
              </a:xfrm>
              <a:prstGeom prst="rect">
                <a:avLst/>
              </a:prstGeom>
            </p:spPr>
          </p:pic>
          <p:cxnSp>
            <p:nvCxnSpPr>
              <p:cNvPr id="14" name="Straight Arrow Connector 13">
                <a:extLst>
                  <a:ext uri="{FF2B5EF4-FFF2-40B4-BE49-F238E27FC236}">
                    <a16:creationId xmlns:a16="http://schemas.microsoft.com/office/drawing/2014/main" id="{1A98A626-3C2F-320E-7D7B-7860081C1D4B}"/>
                  </a:ext>
                </a:extLst>
              </p:cNvPr>
              <p:cNvCxnSpPr>
                <a:cxnSpLocks/>
              </p:cNvCxnSpPr>
              <p:nvPr/>
            </p:nvCxnSpPr>
            <p:spPr>
              <a:xfrm flipH="1" flipV="1">
                <a:off x="6168981" y="1754372"/>
                <a:ext cx="391307" cy="39954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B8004C8-0CEC-57BA-A80F-B8E8D74968C0}"/>
                  </a:ext>
                </a:extLst>
              </p:cNvPr>
              <p:cNvSpPr txBox="1"/>
              <p:nvPr/>
            </p:nvSpPr>
            <p:spPr>
              <a:xfrm>
                <a:off x="3865123" y="2110611"/>
                <a:ext cx="3598970" cy="369332"/>
              </a:xfrm>
              <a:prstGeom prst="rect">
                <a:avLst/>
              </a:prstGeom>
              <a:noFill/>
              <a:ln>
                <a:noFill/>
              </a:ln>
            </p:spPr>
            <p:txBody>
              <a:bodyPr wrap="square" rtlCol="0">
                <a:spAutoFit/>
              </a:bodyPr>
              <a:lstStyle/>
              <a:p>
                <a:r>
                  <a:rPr lang="en-US">
                    <a:solidFill>
                      <a:srgbClr val="FF0000"/>
                    </a:solidFill>
                  </a:rPr>
                  <a:t>Performance decrease at Layer 50</a:t>
                </a:r>
              </a:p>
            </p:txBody>
          </p:sp>
        </p:grpSp>
        <p:pic>
          <p:nvPicPr>
            <p:cNvPr id="27" name="Picture 26">
              <a:extLst>
                <a:ext uri="{FF2B5EF4-FFF2-40B4-BE49-F238E27FC236}">
                  <a16:creationId xmlns:a16="http://schemas.microsoft.com/office/drawing/2014/main" id="{007A99EA-863B-083D-AB6F-38D783966678}"/>
                </a:ext>
              </a:extLst>
            </p:cNvPr>
            <p:cNvPicPr>
              <a:picLocks noChangeAspect="1"/>
            </p:cNvPicPr>
            <p:nvPr/>
          </p:nvPicPr>
          <p:blipFill>
            <a:blip r:embed="rId4">
              <a:extLst>
                <a:ext uri="{28A0092B-C50C-407E-A947-70E740481C1C}">
                  <a14:useLocalDpi xmlns:a14="http://schemas.microsoft.com/office/drawing/2010/main" val="0"/>
                </a:ext>
              </a:extLst>
            </a:blip>
            <a:srcRect l="8656"/>
            <a:stretch>
              <a:fillRect/>
            </a:stretch>
          </p:blipFill>
          <p:spPr>
            <a:xfrm>
              <a:off x="7679078" y="900258"/>
              <a:ext cx="4459253" cy="3159370"/>
            </a:xfrm>
            <a:prstGeom prst="rect">
              <a:avLst/>
            </a:prstGeom>
          </p:spPr>
        </p:pic>
      </p:grpSp>
      <p:sp>
        <p:nvSpPr>
          <p:cNvPr id="17" name="Title 16">
            <a:extLst>
              <a:ext uri="{FF2B5EF4-FFF2-40B4-BE49-F238E27FC236}">
                <a16:creationId xmlns:a16="http://schemas.microsoft.com/office/drawing/2014/main" id="{4017B8D1-A7BA-5182-604C-DC3D7BA95964}"/>
              </a:ext>
            </a:extLst>
          </p:cNvPr>
          <p:cNvSpPr>
            <a:spLocks noGrp="1"/>
          </p:cNvSpPr>
          <p:nvPr>
            <p:ph type="title"/>
          </p:nvPr>
        </p:nvSpPr>
        <p:spPr/>
        <p:txBody>
          <a:bodyPr>
            <a:normAutofit fontScale="90000"/>
          </a:bodyPr>
          <a:lstStyle/>
          <a:p>
            <a:r>
              <a:rPr lang="en-US"/>
              <a:t>Experimental Setting and Baseline Models</a:t>
            </a:r>
          </a:p>
        </p:txBody>
      </p:sp>
      <p:sp>
        <p:nvSpPr>
          <p:cNvPr id="6" name="Slide Number Placeholder 5">
            <a:extLst>
              <a:ext uri="{FF2B5EF4-FFF2-40B4-BE49-F238E27FC236}">
                <a16:creationId xmlns:a16="http://schemas.microsoft.com/office/drawing/2014/main" id="{FF05767A-5DE8-A889-4021-08D604DCEC3E}"/>
              </a:ext>
            </a:extLst>
          </p:cNvPr>
          <p:cNvSpPr>
            <a:spLocks noGrp="1"/>
          </p:cNvSpPr>
          <p:nvPr>
            <p:ph type="sldNum" sz="quarter" idx="12"/>
          </p:nvPr>
        </p:nvSpPr>
        <p:spPr/>
        <p:txBody>
          <a:bodyPr/>
          <a:lstStyle/>
          <a:p>
            <a:fld id="{B8661DC6-780D-41F1-B3E6-BAC31697093D}" type="slidenum">
              <a:rPr lang="en-US" smtClean="0"/>
              <a:pPr/>
              <a:t>5</a:t>
            </a:fld>
            <a:endParaRPr lang="en-US"/>
          </a:p>
        </p:txBody>
      </p:sp>
      <p:sp>
        <p:nvSpPr>
          <p:cNvPr id="2" name="TextBox 1">
            <a:extLst>
              <a:ext uri="{FF2B5EF4-FFF2-40B4-BE49-F238E27FC236}">
                <a16:creationId xmlns:a16="http://schemas.microsoft.com/office/drawing/2014/main" id="{393DCE8C-EEBA-367E-A2BB-5FEEC27A34BE}"/>
              </a:ext>
            </a:extLst>
          </p:cNvPr>
          <p:cNvSpPr txBox="1"/>
          <p:nvPr/>
        </p:nvSpPr>
        <p:spPr>
          <a:xfrm>
            <a:off x="199883" y="1845406"/>
            <a:ext cx="2502494" cy="892552"/>
          </a:xfrm>
          <a:prstGeom prst="rect">
            <a:avLst/>
          </a:prstGeom>
          <a:noFill/>
        </p:spPr>
        <p:txBody>
          <a:bodyPr wrap="square" rtlCol="0">
            <a:spAutoFit/>
          </a:bodyPr>
          <a:lstStyle/>
          <a:p>
            <a:r>
              <a:rPr lang="en-US" b="1" u="sng">
                <a:solidFill>
                  <a:schemeClr val="accent2">
                    <a:lumMod val="75000"/>
                  </a:schemeClr>
                </a:solidFill>
              </a:rPr>
              <a:t>Encoding Schemes</a:t>
            </a:r>
          </a:p>
          <a:p>
            <a:pPr marL="285750" indent="-285750">
              <a:buFont typeface="Arial" panose="020B0604020202020204" pitchFamily="34" charset="0"/>
              <a:buChar char="•"/>
            </a:pPr>
            <a:r>
              <a:rPr lang="en-US" sz="1600"/>
              <a:t>Angle encoding</a:t>
            </a:r>
          </a:p>
          <a:p>
            <a:pPr marL="285750" indent="-285750">
              <a:buFont typeface="Arial" panose="020B0604020202020204" pitchFamily="34" charset="0"/>
              <a:buChar char="•"/>
            </a:pPr>
            <a:r>
              <a:rPr lang="en-US" sz="1600"/>
              <a:t>Amplitude Encoding</a:t>
            </a:r>
          </a:p>
        </p:txBody>
      </p:sp>
      <p:sp>
        <p:nvSpPr>
          <p:cNvPr id="10" name="TextBox 9">
            <a:extLst>
              <a:ext uri="{FF2B5EF4-FFF2-40B4-BE49-F238E27FC236}">
                <a16:creationId xmlns:a16="http://schemas.microsoft.com/office/drawing/2014/main" id="{5A768A3B-84B6-9561-8BDC-3950B68802F5}"/>
              </a:ext>
            </a:extLst>
          </p:cNvPr>
          <p:cNvSpPr txBox="1"/>
          <p:nvPr/>
        </p:nvSpPr>
        <p:spPr>
          <a:xfrm>
            <a:off x="150623" y="2967884"/>
            <a:ext cx="2514782" cy="1846659"/>
          </a:xfrm>
          <a:prstGeom prst="rect">
            <a:avLst/>
          </a:prstGeom>
          <a:noFill/>
        </p:spPr>
        <p:txBody>
          <a:bodyPr wrap="square" rtlCol="0">
            <a:spAutoFit/>
          </a:bodyPr>
          <a:lstStyle/>
          <a:p>
            <a:r>
              <a:rPr lang="en-US" b="1" u="sng">
                <a:solidFill>
                  <a:schemeClr val="accent2">
                    <a:lumMod val="75000"/>
                  </a:schemeClr>
                </a:solidFill>
              </a:rPr>
              <a:t>Datasets</a:t>
            </a:r>
          </a:p>
          <a:p>
            <a:pPr marL="285750" indent="-285750">
              <a:buFont typeface="Arial" panose="020B0604020202020204" pitchFamily="34" charset="0"/>
              <a:buChar char="•"/>
            </a:pPr>
            <a:r>
              <a:rPr lang="en-US" sz="1600"/>
              <a:t>AZ-Class </a:t>
            </a:r>
            <a:br>
              <a:rPr lang="en-US" sz="1600"/>
            </a:br>
            <a:r>
              <a:rPr lang="en-US" sz="1600"/>
              <a:t>(</a:t>
            </a:r>
            <a:r>
              <a:rPr lang="en-US" sz="1600" err="1"/>
              <a:t>AndroZoo</a:t>
            </a:r>
            <a:r>
              <a:rPr lang="en-US" sz="1600"/>
              <a:t> Malware, </a:t>
            </a:r>
            <a:br>
              <a:rPr lang="en-US" sz="1600"/>
            </a:br>
            <a:r>
              <a:rPr lang="en-US" sz="1600"/>
              <a:t>23 Classes)</a:t>
            </a:r>
          </a:p>
          <a:p>
            <a:pPr marL="285750" indent="-285750">
              <a:buFont typeface="Arial" panose="020B0604020202020204" pitchFamily="34" charset="0"/>
              <a:buChar char="•"/>
            </a:pPr>
            <a:r>
              <a:rPr lang="en-US" sz="1600"/>
              <a:t>MNIST </a:t>
            </a:r>
            <a:br>
              <a:rPr lang="en-US" sz="1600"/>
            </a:br>
            <a:r>
              <a:rPr lang="en-US" sz="1600"/>
              <a:t>(Image dataset -10 classes)</a:t>
            </a:r>
          </a:p>
        </p:txBody>
      </p:sp>
    </p:spTree>
    <p:extLst>
      <p:ext uri="{BB962C8B-B14F-4D97-AF65-F5344CB8AC3E}">
        <p14:creationId xmlns:p14="http://schemas.microsoft.com/office/powerpoint/2010/main" val="1742766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
          <a:extLst>
            <a:ext uri="{FF2B5EF4-FFF2-40B4-BE49-F238E27FC236}">
              <a16:creationId xmlns:a16="http://schemas.microsoft.com/office/drawing/2014/main" id="{40711782-5601-2E16-FFB2-72B675F9A231}"/>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ACBFE085-7EC8-BCC0-B937-74E92976F67C}"/>
              </a:ext>
            </a:extLst>
          </p:cNvPr>
          <p:cNvSpPr txBox="1"/>
          <p:nvPr/>
        </p:nvSpPr>
        <p:spPr>
          <a:xfrm>
            <a:off x="5125843" y="561162"/>
            <a:ext cx="6996844" cy="461665"/>
          </a:xfrm>
          <a:prstGeom prst="rect">
            <a:avLst/>
          </a:prstGeom>
          <a:noFill/>
        </p:spPr>
        <p:txBody>
          <a:bodyPr wrap="square" rtlCol="0">
            <a:spAutoFit/>
          </a:bodyPr>
          <a:lstStyle/>
          <a:p>
            <a:pPr algn="ctr"/>
            <a:r>
              <a:rPr lang="en-US" sz="2400" b="1">
                <a:solidFill>
                  <a:schemeClr val="accent2">
                    <a:lumMod val="75000"/>
                  </a:schemeClr>
                </a:solidFill>
              </a:rPr>
              <a:t>Quantum Indiscriminate Data Poisoning (QUID) </a:t>
            </a:r>
            <a:r>
              <a:rPr lang="en-US" sz="1100"/>
              <a:t>[1]</a:t>
            </a:r>
            <a:endParaRPr lang="en-US"/>
          </a:p>
        </p:txBody>
      </p:sp>
      <p:graphicFrame>
        <p:nvGraphicFramePr>
          <p:cNvPr id="21" name="Table 20">
            <a:extLst>
              <a:ext uri="{FF2B5EF4-FFF2-40B4-BE49-F238E27FC236}">
                <a16:creationId xmlns:a16="http://schemas.microsoft.com/office/drawing/2014/main" id="{62C59B6D-3092-1A8B-CB94-34232AAC1C3C}"/>
              </a:ext>
            </a:extLst>
          </p:cNvPr>
          <p:cNvGraphicFramePr>
            <a:graphicFrameLocks noGrp="1"/>
          </p:cNvGraphicFramePr>
          <p:nvPr>
            <p:extLst>
              <p:ext uri="{D42A27DB-BD31-4B8C-83A1-F6EECF244321}">
                <p14:modId xmlns:p14="http://schemas.microsoft.com/office/powerpoint/2010/main" val="4194414238"/>
              </p:ext>
            </p:extLst>
          </p:nvPr>
        </p:nvGraphicFramePr>
        <p:xfrm>
          <a:off x="6201694" y="1051197"/>
          <a:ext cx="447664" cy="1223032"/>
        </p:xfrm>
        <a:graphic>
          <a:graphicData uri="http://schemas.openxmlformats.org/drawingml/2006/table">
            <a:tbl>
              <a:tblPr firstRow="1" bandRow="1">
                <a:tableStyleId>{5940675A-B579-460E-94D1-54222C63F5DA}</a:tableStyleId>
              </a:tblPr>
              <a:tblGrid>
                <a:gridCol w="447664">
                  <a:extLst>
                    <a:ext uri="{9D8B030D-6E8A-4147-A177-3AD203B41FA5}">
                      <a16:colId xmlns:a16="http://schemas.microsoft.com/office/drawing/2014/main" val="2488297933"/>
                    </a:ext>
                  </a:extLst>
                </a:gridCol>
              </a:tblGrid>
              <a:tr h="305758">
                <a:tc>
                  <a:txBody>
                    <a:bodyPr/>
                    <a:lstStyle/>
                    <a:p>
                      <a:pPr algn="ctr"/>
                      <a:r>
                        <a:rPr lang="en-US" sz="1200"/>
                        <a:t>1.2</a:t>
                      </a:r>
                    </a:p>
                  </a:txBody>
                  <a:tcPr/>
                </a:tc>
                <a:extLst>
                  <a:ext uri="{0D108BD9-81ED-4DB2-BD59-A6C34878D82A}">
                    <a16:rowId xmlns:a16="http://schemas.microsoft.com/office/drawing/2014/main" val="2463433655"/>
                  </a:ext>
                </a:extLst>
              </a:tr>
              <a:tr h="305758">
                <a:tc>
                  <a:txBody>
                    <a:bodyPr/>
                    <a:lstStyle/>
                    <a:p>
                      <a:pPr algn="ctr"/>
                      <a:r>
                        <a:rPr lang="en-US" sz="1200"/>
                        <a:t>0.6</a:t>
                      </a:r>
                    </a:p>
                  </a:txBody>
                  <a:tcPr/>
                </a:tc>
                <a:extLst>
                  <a:ext uri="{0D108BD9-81ED-4DB2-BD59-A6C34878D82A}">
                    <a16:rowId xmlns:a16="http://schemas.microsoft.com/office/drawing/2014/main" val="3833890521"/>
                  </a:ext>
                </a:extLst>
              </a:tr>
              <a:tr h="305758">
                <a:tc>
                  <a:txBody>
                    <a:bodyPr/>
                    <a:lstStyle/>
                    <a:p>
                      <a:pPr algn="ctr"/>
                      <a:r>
                        <a:rPr lang="en-US" sz="1200"/>
                        <a:t> …</a:t>
                      </a:r>
                    </a:p>
                  </a:txBody>
                  <a:tcPr/>
                </a:tc>
                <a:extLst>
                  <a:ext uri="{0D108BD9-81ED-4DB2-BD59-A6C34878D82A}">
                    <a16:rowId xmlns:a16="http://schemas.microsoft.com/office/drawing/2014/main" val="2645224873"/>
                  </a:ext>
                </a:extLst>
              </a:tr>
              <a:tr h="305758">
                <a:tc>
                  <a:txBody>
                    <a:bodyPr/>
                    <a:lstStyle/>
                    <a:p>
                      <a:pPr algn="ctr"/>
                      <a:r>
                        <a:rPr lang="en-US" sz="1200"/>
                        <a:t>2.5</a:t>
                      </a:r>
                    </a:p>
                  </a:txBody>
                  <a:tcPr/>
                </a:tc>
                <a:extLst>
                  <a:ext uri="{0D108BD9-81ED-4DB2-BD59-A6C34878D82A}">
                    <a16:rowId xmlns:a16="http://schemas.microsoft.com/office/drawing/2014/main" val="1659994492"/>
                  </a:ext>
                </a:extLst>
              </a:tr>
            </a:tbl>
          </a:graphicData>
        </a:graphic>
      </p:graphicFrame>
      <p:grpSp>
        <p:nvGrpSpPr>
          <p:cNvPr id="97" name="Group 96">
            <a:extLst>
              <a:ext uri="{FF2B5EF4-FFF2-40B4-BE49-F238E27FC236}">
                <a16:creationId xmlns:a16="http://schemas.microsoft.com/office/drawing/2014/main" id="{F09BC733-8C2F-1EDA-72C1-55B2164D3A6B}"/>
              </a:ext>
            </a:extLst>
          </p:cNvPr>
          <p:cNvGrpSpPr/>
          <p:nvPr/>
        </p:nvGrpSpPr>
        <p:grpSpPr>
          <a:xfrm>
            <a:off x="6839930" y="1123251"/>
            <a:ext cx="929977" cy="1068832"/>
            <a:chOff x="7326066" y="868607"/>
            <a:chExt cx="929977" cy="1068832"/>
          </a:xfrm>
        </p:grpSpPr>
        <p:sp>
          <p:nvSpPr>
            <p:cNvPr id="23" name="Rectangle 22">
              <a:extLst>
                <a:ext uri="{FF2B5EF4-FFF2-40B4-BE49-F238E27FC236}">
                  <a16:creationId xmlns:a16="http://schemas.microsoft.com/office/drawing/2014/main" id="{A038D037-08FC-1B8B-E2B3-EF19B3531FD1}"/>
                </a:ext>
              </a:extLst>
            </p:cNvPr>
            <p:cNvSpPr/>
            <p:nvPr/>
          </p:nvSpPr>
          <p:spPr>
            <a:xfrm>
              <a:off x="7326066" y="868607"/>
              <a:ext cx="929977" cy="10688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DCA55327-FCAA-62AB-5317-6B621F10CC97}"/>
                </a:ext>
              </a:extLst>
            </p:cNvPr>
            <p:cNvCxnSpPr>
              <a:cxnSpLocks/>
            </p:cNvCxnSpPr>
            <p:nvPr/>
          </p:nvCxnSpPr>
          <p:spPr>
            <a:xfrm>
              <a:off x="7415692" y="1121867"/>
              <a:ext cx="16239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4790464-F787-CB8A-D2B8-B79D3BA353FB}"/>
                </a:ext>
              </a:extLst>
            </p:cNvPr>
            <p:cNvSpPr txBox="1"/>
            <p:nvPr/>
          </p:nvSpPr>
          <p:spPr>
            <a:xfrm>
              <a:off x="7578082" y="1278992"/>
              <a:ext cx="489835" cy="278712"/>
            </a:xfrm>
            <a:prstGeom prst="rect">
              <a:avLst/>
            </a:prstGeom>
            <a:noFill/>
          </p:spPr>
          <p:txBody>
            <a:bodyPr wrap="square" rtlCol="0">
              <a:spAutoFit/>
            </a:bodyPr>
            <a:lstStyle/>
            <a:p>
              <a:r>
                <a:rPr lang="az-Cyrl-AZ" sz="1200"/>
                <a:t>Ф</a:t>
              </a:r>
              <a:r>
                <a:rPr lang="en-US" sz="1200"/>
                <a:t>(x)</a:t>
              </a:r>
            </a:p>
          </p:txBody>
        </p:sp>
        <p:sp>
          <p:nvSpPr>
            <p:cNvPr id="26" name="Rectangle 25">
              <a:extLst>
                <a:ext uri="{FF2B5EF4-FFF2-40B4-BE49-F238E27FC236}">
                  <a16:creationId xmlns:a16="http://schemas.microsoft.com/office/drawing/2014/main" id="{22C177A7-46D2-B27D-0F66-4AF098EE20D5}"/>
                </a:ext>
              </a:extLst>
            </p:cNvPr>
            <p:cNvSpPr/>
            <p:nvPr/>
          </p:nvSpPr>
          <p:spPr>
            <a:xfrm>
              <a:off x="7578082" y="1006861"/>
              <a:ext cx="425944" cy="8209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850D4C99-69F7-F011-E02C-E390EF71EDAE}"/>
                </a:ext>
              </a:extLst>
            </p:cNvPr>
            <p:cNvCxnSpPr>
              <a:cxnSpLocks/>
            </p:cNvCxnSpPr>
            <p:nvPr/>
          </p:nvCxnSpPr>
          <p:spPr>
            <a:xfrm>
              <a:off x="7418356" y="1320069"/>
              <a:ext cx="16239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1DF9D78-B5D2-4C01-DC91-AE585F696350}"/>
                </a:ext>
              </a:extLst>
            </p:cNvPr>
            <p:cNvCxnSpPr>
              <a:cxnSpLocks/>
            </p:cNvCxnSpPr>
            <p:nvPr/>
          </p:nvCxnSpPr>
          <p:spPr>
            <a:xfrm>
              <a:off x="7421020" y="1523165"/>
              <a:ext cx="16239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34285B3D-C171-2993-E7DE-46E555FF4944}"/>
                </a:ext>
              </a:extLst>
            </p:cNvPr>
            <p:cNvCxnSpPr>
              <a:cxnSpLocks/>
            </p:cNvCxnSpPr>
            <p:nvPr/>
          </p:nvCxnSpPr>
          <p:spPr>
            <a:xfrm>
              <a:off x="7423682" y="1731158"/>
              <a:ext cx="16239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7D28F39-6199-300D-F31C-37EC33C625A2}"/>
                </a:ext>
              </a:extLst>
            </p:cNvPr>
            <p:cNvCxnSpPr>
              <a:cxnSpLocks/>
            </p:cNvCxnSpPr>
            <p:nvPr/>
          </p:nvCxnSpPr>
          <p:spPr>
            <a:xfrm>
              <a:off x="8004024" y="1124316"/>
              <a:ext cx="16239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0C9ED1D-81EC-B2E0-726A-23145BC728AB}"/>
                </a:ext>
              </a:extLst>
            </p:cNvPr>
            <p:cNvCxnSpPr>
              <a:cxnSpLocks/>
            </p:cNvCxnSpPr>
            <p:nvPr/>
          </p:nvCxnSpPr>
          <p:spPr>
            <a:xfrm>
              <a:off x="8006688" y="1322518"/>
              <a:ext cx="16239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5644E2B-6678-ECCF-9E8D-3448E5883F02}"/>
                </a:ext>
              </a:extLst>
            </p:cNvPr>
            <p:cNvCxnSpPr>
              <a:cxnSpLocks/>
            </p:cNvCxnSpPr>
            <p:nvPr/>
          </p:nvCxnSpPr>
          <p:spPr>
            <a:xfrm>
              <a:off x="8009352" y="1525614"/>
              <a:ext cx="16239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F4CF6261-7453-C717-B233-629ED9DA0D5C}"/>
                </a:ext>
              </a:extLst>
            </p:cNvPr>
            <p:cNvCxnSpPr>
              <a:cxnSpLocks/>
            </p:cNvCxnSpPr>
            <p:nvPr/>
          </p:nvCxnSpPr>
          <p:spPr>
            <a:xfrm>
              <a:off x="8012014" y="1733607"/>
              <a:ext cx="162390"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98" name="Group 97">
            <a:extLst>
              <a:ext uri="{FF2B5EF4-FFF2-40B4-BE49-F238E27FC236}">
                <a16:creationId xmlns:a16="http://schemas.microsoft.com/office/drawing/2014/main" id="{A0180810-58CB-8CE0-B9C8-225AB74D46F9}"/>
              </a:ext>
            </a:extLst>
          </p:cNvPr>
          <p:cNvGrpSpPr/>
          <p:nvPr/>
        </p:nvGrpSpPr>
        <p:grpSpPr>
          <a:xfrm>
            <a:off x="7972928" y="1179825"/>
            <a:ext cx="1130447" cy="948219"/>
            <a:chOff x="8459064" y="925181"/>
            <a:chExt cx="1130447" cy="948219"/>
          </a:xfrm>
        </p:grpSpPr>
        <p:grpSp>
          <p:nvGrpSpPr>
            <p:cNvPr id="35" name="Group 34">
              <a:extLst>
                <a:ext uri="{FF2B5EF4-FFF2-40B4-BE49-F238E27FC236}">
                  <a16:creationId xmlns:a16="http://schemas.microsoft.com/office/drawing/2014/main" id="{A99AB034-B640-C8E9-DF0A-7D602F400444}"/>
                </a:ext>
              </a:extLst>
            </p:cNvPr>
            <p:cNvGrpSpPr/>
            <p:nvPr/>
          </p:nvGrpSpPr>
          <p:grpSpPr>
            <a:xfrm>
              <a:off x="8459064" y="985538"/>
              <a:ext cx="155315" cy="885137"/>
              <a:chOff x="8926752" y="3276600"/>
              <a:chExt cx="191308" cy="1053832"/>
            </a:xfrm>
          </p:grpSpPr>
          <p:cxnSp>
            <p:nvCxnSpPr>
              <p:cNvPr id="49" name="Straight Connector 48">
                <a:extLst>
                  <a:ext uri="{FF2B5EF4-FFF2-40B4-BE49-F238E27FC236}">
                    <a16:creationId xmlns:a16="http://schemas.microsoft.com/office/drawing/2014/main" id="{D087CC52-9225-148F-E455-5D9D06709CC0}"/>
                  </a:ext>
                </a:extLst>
              </p:cNvPr>
              <p:cNvCxnSpPr>
                <a:cxnSpLocks/>
              </p:cNvCxnSpPr>
              <p:nvPr/>
            </p:nvCxnSpPr>
            <p:spPr>
              <a:xfrm flipV="1">
                <a:off x="8936477" y="3281461"/>
                <a:ext cx="0" cy="10424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47871FB6-70C8-F100-C1B9-1079D9C5B642}"/>
                  </a:ext>
                </a:extLst>
              </p:cNvPr>
              <p:cNvCxnSpPr/>
              <p:nvPr/>
            </p:nvCxnSpPr>
            <p:spPr>
              <a:xfrm>
                <a:off x="8929992" y="3276600"/>
                <a:ext cx="18806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09B657F9-B425-548C-8827-C5A01FCA855A}"/>
                  </a:ext>
                </a:extLst>
              </p:cNvPr>
              <p:cNvCxnSpPr/>
              <p:nvPr/>
            </p:nvCxnSpPr>
            <p:spPr>
              <a:xfrm>
                <a:off x="8926752" y="4330432"/>
                <a:ext cx="18806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6" name="Group 35">
              <a:extLst>
                <a:ext uri="{FF2B5EF4-FFF2-40B4-BE49-F238E27FC236}">
                  <a16:creationId xmlns:a16="http://schemas.microsoft.com/office/drawing/2014/main" id="{9C8DEB66-1D52-3436-EA40-8BDE66F95DB3}"/>
                </a:ext>
              </a:extLst>
            </p:cNvPr>
            <p:cNvGrpSpPr/>
            <p:nvPr/>
          </p:nvGrpSpPr>
          <p:grpSpPr>
            <a:xfrm rot="10800000">
              <a:off x="9343579" y="988263"/>
              <a:ext cx="155319" cy="885137"/>
              <a:chOff x="8929992" y="3276600"/>
              <a:chExt cx="191313" cy="1053832"/>
            </a:xfrm>
          </p:grpSpPr>
          <p:cxnSp>
            <p:nvCxnSpPr>
              <p:cNvPr id="46" name="Straight Connector 45">
                <a:extLst>
                  <a:ext uri="{FF2B5EF4-FFF2-40B4-BE49-F238E27FC236}">
                    <a16:creationId xmlns:a16="http://schemas.microsoft.com/office/drawing/2014/main" id="{A3BD54D0-EBBE-8C2C-9E6D-AC7F96A51DE6}"/>
                  </a:ext>
                </a:extLst>
              </p:cNvPr>
              <p:cNvCxnSpPr>
                <a:cxnSpLocks/>
              </p:cNvCxnSpPr>
              <p:nvPr/>
            </p:nvCxnSpPr>
            <p:spPr>
              <a:xfrm flipV="1">
                <a:off x="8936477" y="3281461"/>
                <a:ext cx="0" cy="10424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273AF1F-2E88-4442-073B-F1352B64AB19}"/>
                  </a:ext>
                </a:extLst>
              </p:cNvPr>
              <p:cNvCxnSpPr/>
              <p:nvPr/>
            </p:nvCxnSpPr>
            <p:spPr>
              <a:xfrm>
                <a:off x="8929992" y="3276600"/>
                <a:ext cx="18806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36F979C3-57F5-BB22-741F-63E78998FA24}"/>
                  </a:ext>
                </a:extLst>
              </p:cNvPr>
              <p:cNvCxnSpPr/>
              <p:nvPr/>
            </p:nvCxnSpPr>
            <p:spPr>
              <a:xfrm>
                <a:off x="8933237" y="4330432"/>
                <a:ext cx="18806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7" name="TextBox 36">
              <a:extLst>
                <a:ext uri="{FF2B5EF4-FFF2-40B4-BE49-F238E27FC236}">
                  <a16:creationId xmlns:a16="http://schemas.microsoft.com/office/drawing/2014/main" id="{4BBB9048-45CF-70D8-D1EF-90E1DFCBD897}"/>
                </a:ext>
              </a:extLst>
            </p:cNvPr>
            <p:cNvSpPr txBox="1"/>
            <p:nvPr/>
          </p:nvSpPr>
          <p:spPr>
            <a:xfrm>
              <a:off x="8483632" y="955983"/>
              <a:ext cx="479110" cy="310210"/>
            </a:xfrm>
            <a:prstGeom prst="rect">
              <a:avLst/>
            </a:prstGeom>
            <a:noFill/>
          </p:spPr>
          <p:txBody>
            <a:bodyPr wrap="square" rtlCol="0">
              <a:spAutoFit/>
            </a:bodyPr>
            <a:lstStyle/>
            <a:p>
              <a:r>
                <a:rPr lang="en-US"/>
                <a:t>z</a:t>
              </a:r>
              <a:r>
                <a:rPr lang="en-US" sz="1000"/>
                <a:t>00</a:t>
              </a:r>
            </a:p>
          </p:txBody>
        </p:sp>
        <p:sp>
          <p:nvSpPr>
            <p:cNvPr id="38" name="TextBox 37">
              <a:extLst>
                <a:ext uri="{FF2B5EF4-FFF2-40B4-BE49-F238E27FC236}">
                  <a16:creationId xmlns:a16="http://schemas.microsoft.com/office/drawing/2014/main" id="{5F24D7C3-3CF4-932B-CC37-203A8FCC6AEB}"/>
                </a:ext>
              </a:extLst>
            </p:cNvPr>
            <p:cNvSpPr txBox="1"/>
            <p:nvPr/>
          </p:nvSpPr>
          <p:spPr>
            <a:xfrm>
              <a:off x="9110401" y="944105"/>
              <a:ext cx="479110" cy="310210"/>
            </a:xfrm>
            <a:prstGeom prst="rect">
              <a:avLst/>
            </a:prstGeom>
            <a:noFill/>
          </p:spPr>
          <p:txBody>
            <a:bodyPr wrap="square" rtlCol="0">
              <a:spAutoFit/>
            </a:bodyPr>
            <a:lstStyle/>
            <a:p>
              <a:r>
                <a:rPr lang="en-US"/>
                <a:t>z</a:t>
              </a:r>
              <a:r>
                <a:rPr lang="en-US" sz="1000"/>
                <a:t>0k</a:t>
              </a:r>
            </a:p>
          </p:txBody>
        </p:sp>
        <p:sp>
          <p:nvSpPr>
            <p:cNvPr id="39" name="TextBox 38">
              <a:extLst>
                <a:ext uri="{FF2B5EF4-FFF2-40B4-BE49-F238E27FC236}">
                  <a16:creationId xmlns:a16="http://schemas.microsoft.com/office/drawing/2014/main" id="{B0DD66FC-B58B-A8AE-A454-5BDA4C0D731A}"/>
                </a:ext>
              </a:extLst>
            </p:cNvPr>
            <p:cNvSpPr txBox="1"/>
            <p:nvPr/>
          </p:nvSpPr>
          <p:spPr>
            <a:xfrm>
              <a:off x="8468242" y="1540212"/>
              <a:ext cx="479110" cy="310210"/>
            </a:xfrm>
            <a:prstGeom prst="rect">
              <a:avLst/>
            </a:prstGeom>
            <a:noFill/>
          </p:spPr>
          <p:txBody>
            <a:bodyPr wrap="square" rtlCol="0">
              <a:spAutoFit/>
            </a:bodyPr>
            <a:lstStyle/>
            <a:p>
              <a:r>
                <a:rPr lang="en-US"/>
                <a:t>z</a:t>
              </a:r>
              <a:r>
                <a:rPr lang="en-US" sz="1000"/>
                <a:t>k0</a:t>
              </a:r>
            </a:p>
          </p:txBody>
        </p:sp>
        <p:sp>
          <p:nvSpPr>
            <p:cNvPr id="40" name="TextBox 39">
              <a:extLst>
                <a:ext uri="{FF2B5EF4-FFF2-40B4-BE49-F238E27FC236}">
                  <a16:creationId xmlns:a16="http://schemas.microsoft.com/office/drawing/2014/main" id="{84DDE159-0349-E554-AF86-73ECD330017E}"/>
                </a:ext>
              </a:extLst>
            </p:cNvPr>
            <p:cNvSpPr txBox="1"/>
            <p:nvPr/>
          </p:nvSpPr>
          <p:spPr>
            <a:xfrm>
              <a:off x="9099226" y="1522269"/>
              <a:ext cx="479110" cy="310210"/>
            </a:xfrm>
            <a:prstGeom prst="rect">
              <a:avLst/>
            </a:prstGeom>
            <a:noFill/>
          </p:spPr>
          <p:txBody>
            <a:bodyPr wrap="square" rtlCol="0">
              <a:spAutoFit/>
            </a:bodyPr>
            <a:lstStyle/>
            <a:p>
              <a:r>
                <a:rPr lang="en-US" err="1"/>
                <a:t>z</a:t>
              </a:r>
              <a:r>
                <a:rPr lang="en-US" sz="1000" err="1"/>
                <a:t>kk</a:t>
              </a:r>
              <a:endParaRPr lang="en-US" sz="1000"/>
            </a:p>
          </p:txBody>
        </p:sp>
        <p:sp>
          <p:nvSpPr>
            <p:cNvPr id="41" name="TextBox 40">
              <a:extLst>
                <a:ext uri="{FF2B5EF4-FFF2-40B4-BE49-F238E27FC236}">
                  <a16:creationId xmlns:a16="http://schemas.microsoft.com/office/drawing/2014/main" id="{BBA976E5-A933-940E-C1F5-72D676845213}"/>
                </a:ext>
              </a:extLst>
            </p:cNvPr>
            <p:cNvSpPr txBox="1"/>
            <p:nvPr/>
          </p:nvSpPr>
          <p:spPr>
            <a:xfrm>
              <a:off x="8843407" y="925181"/>
              <a:ext cx="400136" cy="310210"/>
            </a:xfrm>
            <a:prstGeom prst="rect">
              <a:avLst/>
            </a:prstGeom>
            <a:noFill/>
          </p:spPr>
          <p:txBody>
            <a:bodyPr wrap="square" rtlCol="0">
              <a:spAutoFit/>
            </a:bodyPr>
            <a:lstStyle/>
            <a:p>
              <a:r>
                <a:rPr lang="en-US"/>
                <a:t>…</a:t>
              </a:r>
            </a:p>
          </p:txBody>
        </p:sp>
        <p:sp>
          <p:nvSpPr>
            <p:cNvPr id="42" name="TextBox 41">
              <a:extLst>
                <a:ext uri="{FF2B5EF4-FFF2-40B4-BE49-F238E27FC236}">
                  <a16:creationId xmlns:a16="http://schemas.microsoft.com/office/drawing/2014/main" id="{54B77F78-0E88-A477-5B8C-A2E2800EC46B}"/>
                </a:ext>
              </a:extLst>
            </p:cNvPr>
            <p:cNvSpPr txBox="1"/>
            <p:nvPr/>
          </p:nvSpPr>
          <p:spPr>
            <a:xfrm>
              <a:off x="8832842" y="1493947"/>
              <a:ext cx="400136" cy="310210"/>
            </a:xfrm>
            <a:prstGeom prst="rect">
              <a:avLst/>
            </a:prstGeom>
            <a:noFill/>
          </p:spPr>
          <p:txBody>
            <a:bodyPr wrap="square" rtlCol="0">
              <a:spAutoFit/>
            </a:bodyPr>
            <a:lstStyle/>
            <a:p>
              <a:r>
                <a:rPr lang="en-US"/>
                <a:t>…</a:t>
              </a:r>
            </a:p>
          </p:txBody>
        </p:sp>
        <p:sp>
          <p:nvSpPr>
            <p:cNvPr id="43" name="TextBox 42">
              <a:extLst>
                <a:ext uri="{FF2B5EF4-FFF2-40B4-BE49-F238E27FC236}">
                  <a16:creationId xmlns:a16="http://schemas.microsoft.com/office/drawing/2014/main" id="{B06C1F35-0454-E7FE-3A1F-CE33657F0399}"/>
                </a:ext>
              </a:extLst>
            </p:cNvPr>
            <p:cNvSpPr txBox="1"/>
            <p:nvPr/>
          </p:nvSpPr>
          <p:spPr>
            <a:xfrm rot="5400000">
              <a:off x="8477596" y="1334328"/>
              <a:ext cx="413967" cy="299846"/>
            </a:xfrm>
            <a:prstGeom prst="rect">
              <a:avLst/>
            </a:prstGeom>
            <a:noFill/>
          </p:spPr>
          <p:txBody>
            <a:bodyPr wrap="square" rtlCol="0">
              <a:spAutoFit/>
            </a:bodyPr>
            <a:lstStyle/>
            <a:p>
              <a:r>
                <a:rPr lang="en-US"/>
                <a:t>…</a:t>
              </a:r>
            </a:p>
          </p:txBody>
        </p:sp>
        <p:sp>
          <p:nvSpPr>
            <p:cNvPr id="44" name="TextBox 43">
              <a:extLst>
                <a:ext uri="{FF2B5EF4-FFF2-40B4-BE49-F238E27FC236}">
                  <a16:creationId xmlns:a16="http://schemas.microsoft.com/office/drawing/2014/main" id="{EE6D3E23-DB15-3FEB-4503-A857ACA56E0B}"/>
                </a:ext>
              </a:extLst>
            </p:cNvPr>
            <p:cNvSpPr txBox="1"/>
            <p:nvPr/>
          </p:nvSpPr>
          <p:spPr>
            <a:xfrm rot="5400000">
              <a:off x="9165554" y="1332819"/>
              <a:ext cx="413967" cy="299846"/>
            </a:xfrm>
            <a:prstGeom prst="rect">
              <a:avLst/>
            </a:prstGeom>
            <a:noFill/>
          </p:spPr>
          <p:txBody>
            <a:bodyPr wrap="square" rtlCol="0">
              <a:spAutoFit/>
            </a:bodyPr>
            <a:lstStyle/>
            <a:p>
              <a:r>
                <a:rPr lang="en-US"/>
                <a:t>…</a:t>
              </a:r>
            </a:p>
          </p:txBody>
        </p:sp>
        <p:sp>
          <p:nvSpPr>
            <p:cNvPr id="45" name="TextBox 44">
              <a:extLst>
                <a:ext uri="{FF2B5EF4-FFF2-40B4-BE49-F238E27FC236}">
                  <a16:creationId xmlns:a16="http://schemas.microsoft.com/office/drawing/2014/main" id="{FAE0BCAC-9B90-20B7-A20F-DB320AE39874}"/>
                </a:ext>
              </a:extLst>
            </p:cNvPr>
            <p:cNvSpPr txBox="1"/>
            <p:nvPr/>
          </p:nvSpPr>
          <p:spPr>
            <a:xfrm rot="2129969">
              <a:off x="8839916" y="1267464"/>
              <a:ext cx="400136" cy="310210"/>
            </a:xfrm>
            <a:prstGeom prst="rect">
              <a:avLst/>
            </a:prstGeom>
            <a:noFill/>
          </p:spPr>
          <p:txBody>
            <a:bodyPr wrap="square" rtlCol="0">
              <a:spAutoFit/>
            </a:bodyPr>
            <a:lstStyle/>
            <a:p>
              <a:r>
                <a:rPr lang="en-US"/>
                <a:t>…</a:t>
              </a:r>
            </a:p>
          </p:txBody>
        </p:sp>
      </p:grpSp>
      <p:cxnSp>
        <p:nvCxnSpPr>
          <p:cNvPr id="52" name="Straight Arrow Connector 51">
            <a:extLst>
              <a:ext uri="{FF2B5EF4-FFF2-40B4-BE49-F238E27FC236}">
                <a16:creationId xmlns:a16="http://schemas.microsoft.com/office/drawing/2014/main" id="{314E71C7-9DE7-FF24-EBD1-D774A91926E0}"/>
              </a:ext>
            </a:extLst>
          </p:cNvPr>
          <p:cNvCxnSpPr>
            <a:cxnSpLocks/>
            <a:stCxn id="21" idx="3"/>
            <a:endCxn id="23" idx="1"/>
          </p:cNvCxnSpPr>
          <p:nvPr/>
        </p:nvCxnSpPr>
        <p:spPr>
          <a:xfrm flipV="1">
            <a:off x="6649358" y="1657667"/>
            <a:ext cx="190572" cy="50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32E74FFE-D3E6-1981-505C-9BBF6689B885}"/>
              </a:ext>
            </a:extLst>
          </p:cNvPr>
          <p:cNvCxnSpPr>
            <a:cxnSpLocks/>
          </p:cNvCxnSpPr>
          <p:nvPr/>
        </p:nvCxnSpPr>
        <p:spPr>
          <a:xfrm>
            <a:off x="7782240" y="1681897"/>
            <a:ext cx="20117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00D291E9-FCAB-37FB-E76E-3A2C541E2695}"/>
              </a:ext>
            </a:extLst>
          </p:cNvPr>
          <p:cNvSpPr txBox="1"/>
          <p:nvPr/>
        </p:nvSpPr>
        <p:spPr>
          <a:xfrm>
            <a:off x="9262898" y="1448804"/>
            <a:ext cx="874800" cy="461665"/>
          </a:xfrm>
          <a:prstGeom prst="rect">
            <a:avLst/>
          </a:prstGeom>
          <a:noFill/>
          <a:ln w="19050">
            <a:solidFill>
              <a:schemeClr val="tx1"/>
            </a:solidFill>
          </a:ln>
        </p:spPr>
        <p:txBody>
          <a:bodyPr wrap="square">
            <a:spAutoFit/>
          </a:bodyPr>
          <a:lstStyle/>
          <a:p>
            <a:pPr algn="ctr"/>
            <a:r>
              <a:rPr lang="en-US" sz="1200"/>
              <a:t>Calculate </a:t>
            </a:r>
            <a:r>
              <a:rPr lang="en-US" sz="1200">
                <a:solidFill>
                  <a:schemeClr val="accent2"/>
                </a:solidFill>
              </a:rPr>
              <a:t>d</a:t>
            </a:r>
            <a:r>
              <a:rPr lang="el-GR" sz="1200">
                <a:solidFill>
                  <a:schemeClr val="accent2"/>
                </a:solidFill>
              </a:rPr>
              <a:t>σ</a:t>
            </a:r>
            <a:r>
              <a:rPr lang="en-US" sz="1200" err="1">
                <a:solidFill>
                  <a:schemeClr val="accent2"/>
                </a:solidFill>
              </a:rPr>
              <a:t>ρ</a:t>
            </a:r>
            <a:r>
              <a:rPr lang="en-US" sz="1200" i="1" err="1">
                <a:solidFill>
                  <a:schemeClr val="accent2"/>
                </a:solidFill>
              </a:rPr>
              <a:t>i</a:t>
            </a:r>
            <a:endParaRPr lang="en-US" sz="1200">
              <a:solidFill>
                <a:schemeClr val="accent2"/>
              </a:solidFill>
            </a:endParaRPr>
          </a:p>
        </p:txBody>
      </p:sp>
      <p:cxnSp>
        <p:nvCxnSpPr>
          <p:cNvPr id="56" name="Straight Arrow Connector 55">
            <a:extLst>
              <a:ext uri="{FF2B5EF4-FFF2-40B4-BE49-F238E27FC236}">
                <a16:creationId xmlns:a16="http://schemas.microsoft.com/office/drawing/2014/main" id="{56F0A77D-AD5E-5ED0-E172-ECFA4E56A406}"/>
              </a:ext>
            </a:extLst>
          </p:cNvPr>
          <p:cNvCxnSpPr>
            <a:cxnSpLocks/>
          </p:cNvCxnSpPr>
          <p:nvPr/>
        </p:nvCxnSpPr>
        <p:spPr>
          <a:xfrm>
            <a:off x="9007497" y="1668250"/>
            <a:ext cx="2442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887019B1-D6AD-9BAC-BE12-50FDB2FA73BA}"/>
              </a:ext>
            </a:extLst>
          </p:cNvPr>
          <p:cNvSpPr txBox="1"/>
          <p:nvPr/>
        </p:nvSpPr>
        <p:spPr>
          <a:xfrm>
            <a:off x="10381967" y="1463775"/>
            <a:ext cx="1132684" cy="461665"/>
          </a:xfrm>
          <a:prstGeom prst="rect">
            <a:avLst/>
          </a:prstGeom>
          <a:noFill/>
          <a:ln w="19050">
            <a:solidFill>
              <a:schemeClr val="tx1"/>
            </a:solidFill>
          </a:ln>
        </p:spPr>
        <p:txBody>
          <a:bodyPr wrap="square">
            <a:spAutoFit/>
          </a:bodyPr>
          <a:lstStyle/>
          <a:p>
            <a:pPr algn="ctr"/>
            <a:r>
              <a:rPr lang="en-US" sz="1200" i="1"/>
              <a:t>Assign class </a:t>
            </a:r>
          </a:p>
          <a:p>
            <a:pPr algn="ctr"/>
            <a:r>
              <a:rPr lang="en-US" sz="1200" i="1"/>
              <a:t>with </a:t>
            </a:r>
            <a:r>
              <a:rPr lang="en-US" sz="1200" i="1">
                <a:solidFill>
                  <a:schemeClr val="accent2"/>
                </a:solidFill>
              </a:rPr>
              <a:t>max(</a:t>
            </a:r>
            <a:r>
              <a:rPr lang="en-US" sz="1200">
                <a:solidFill>
                  <a:schemeClr val="accent2"/>
                </a:solidFill>
              </a:rPr>
              <a:t>d</a:t>
            </a:r>
            <a:r>
              <a:rPr lang="el-GR" sz="1200">
                <a:solidFill>
                  <a:schemeClr val="accent2"/>
                </a:solidFill>
              </a:rPr>
              <a:t>σ</a:t>
            </a:r>
            <a:r>
              <a:rPr lang="en-US" sz="1200">
                <a:solidFill>
                  <a:schemeClr val="accent2"/>
                </a:solidFill>
              </a:rPr>
              <a:t>ρ</a:t>
            </a:r>
            <a:r>
              <a:rPr lang="en-US" sz="1200" i="1">
                <a:solidFill>
                  <a:schemeClr val="accent2"/>
                </a:solidFill>
              </a:rPr>
              <a:t>)</a:t>
            </a:r>
            <a:r>
              <a:rPr lang="en-US" sz="1200">
                <a:solidFill>
                  <a:schemeClr val="accent2"/>
                </a:solidFill>
              </a:rPr>
              <a:t> </a:t>
            </a:r>
          </a:p>
        </p:txBody>
      </p:sp>
      <p:sp>
        <p:nvSpPr>
          <p:cNvPr id="60" name="TextBox 59">
            <a:extLst>
              <a:ext uri="{FF2B5EF4-FFF2-40B4-BE49-F238E27FC236}">
                <a16:creationId xmlns:a16="http://schemas.microsoft.com/office/drawing/2014/main" id="{86691074-DF7A-0374-2C02-E6BAFEDEEAC3}"/>
              </a:ext>
            </a:extLst>
          </p:cNvPr>
          <p:cNvSpPr txBox="1"/>
          <p:nvPr/>
        </p:nvSpPr>
        <p:spPr>
          <a:xfrm>
            <a:off x="5876476" y="2232476"/>
            <a:ext cx="1132732" cy="461665"/>
          </a:xfrm>
          <a:prstGeom prst="rect">
            <a:avLst/>
          </a:prstGeom>
          <a:noFill/>
        </p:spPr>
        <p:txBody>
          <a:bodyPr wrap="square" rtlCol="0">
            <a:spAutoFit/>
          </a:bodyPr>
          <a:lstStyle/>
          <a:p>
            <a:pPr algn="ctr"/>
            <a:r>
              <a:rPr lang="en-US" sz="1200"/>
              <a:t>Classical Input</a:t>
            </a:r>
          </a:p>
        </p:txBody>
      </p:sp>
      <p:sp>
        <p:nvSpPr>
          <p:cNvPr id="61" name="TextBox 60">
            <a:extLst>
              <a:ext uri="{FF2B5EF4-FFF2-40B4-BE49-F238E27FC236}">
                <a16:creationId xmlns:a16="http://schemas.microsoft.com/office/drawing/2014/main" id="{F457F92A-D8AC-CF98-D5BE-EAE04DF2D5E9}"/>
              </a:ext>
            </a:extLst>
          </p:cNvPr>
          <p:cNvSpPr txBox="1"/>
          <p:nvPr/>
        </p:nvSpPr>
        <p:spPr>
          <a:xfrm>
            <a:off x="7919450" y="2111610"/>
            <a:ext cx="1107878" cy="461665"/>
          </a:xfrm>
          <a:prstGeom prst="rect">
            <a:avLst/>
          </a:prstGeom>
          <a:noFill/>
        </p:spPr>
        <p:txBody>
          <a:bodyPr wrap="square" rtlCol="0">
            <a:spAutoFit/>
          </a:bodyPr>
          <a:lstStyle/>
          <a:p>
            <a:pPr algn="ctr"/>
            <a:r>
              <a:rPr lang="en-US" sz="1200"/>
              <a:t>Density Matrix, </a:t>
            </a:r>
            <a:r>
              <a:rPr lang="el-GR" sz="1200">
                <a:solidFill>
                  <a:schemeClr val="accent2"/>
                </a:solidFill>
              </a:rPr>
              <a:t>σ</a:t>
            </a:r>
            <a:endParaRPr lang="en-US" sz="1200"/>
          </a:p>
        </p:txBody>
      </p:sp>
      <p:sp>
        <p:nvSpPr>
          <p:cNvPr id="62" name="TextBox 61">
            <a:extLst>
              <a:ext uri="{FF2B5EF4-FFF2-40B4-BE49-F238E27FC236}">
                <a16:creationId xmlns:a16="http://schemas.microsoft.com/office/drawing/2014/main" id="{8B262A6B-23DB-2DBF-4793-87EBDA8F5688}"/>
              </a:ext>
            </a:extLst>
          </p:cNvPr>
          <p:cNvSpPr txBox="1"/>
          <p:nvPr/>
        </p:nvSpPr>
        <p:spPr>
          <a:xfrm>
            <a:off x="6630570" y="2154402"/>
            <a:ext cx="1348695" cy="461665"/>
          </a:xfrm>
          <a:prstGeom prst="rect">
            <a:avLst/>
          </a:prstGeom>
          <a:noFill/>
        </p:spPr>
        <p:txBody>
          <a:bodyPr wrap="square" rtlCol="0">
            <a:spAutoFit/>
          </a:bodyPr>
          <a:lstStyle/>
          <a:p>
            <a:pPr algn="ctr"/>
            <a:r>
              <a:rPr lang="en-US" sz="1200"/>
              <a:t>Data Encoding Circuit</a:t>
            </a:r>
          </a:p>
        </p:txBody>
      </p:sp>
      <p:grpSp>
        <p:nvGrpSpPr>
          <p:cNvPr id="100" name="Group 99">
            <a:extLst>
              <a:ext uri="{FF2B5EF4-FFF2-40B4-BE49-F238E27FC236}">
                <a16:creationId xmlns:a16="http://schemas.microsoft.com/office/drawing/2014/main" id="{2BE1B280-9236-0AEA-C068-9F90C871A22D}"/>
              </a:ext>
            </a:extLst>
          </p:cNvPr>
          <p:cNvGrpSpPr/>
          <p:nvPr/>
        </p:nvGrpSpPr>
        <p:grpSpPr>
          <a:xfrm>
            <a:off x="132408" y="718451"/>
            <a:ext cx="5054482" cy="5633421"/>
            <a:chOff x="46006" y="527777"/>
            <a:chExt cx="5609301" cy="5457126"/>
          </a:xfrm>
        </p:grpSpPr>
        <p:grpSp>
          <p:nvGrpSpPr>
            <p:cNvPr id="94" name="Group 93">
              <a:extLst>
                <a:ext uri="{FF2B5EF4-FFF2-40B4-BE49-F238E27FC236}">
                  <a16:creationId xmlns:a16="http://schemas.microsoft.com/office/drawing/2014/main" id="{45A0706E-31DB-8AA5-721A-5337E6A98A3E}"/>
                </a:ext>
              </a:extLst>
            </p:cNvPr>
            <p:cNvGrpSpPr/>
            <p:nvPr/>
          </p:nvGrpSpPr>
          <p:grpSpPr>
            <a:xfrm>
              <a:off x="46006" y="527777"/>
              <a:ext cx="5609301" cy="5457126"/>
              <a:chOff x="46006" y="527777"/>
              <a:chExt cx="5609301" cy="5457126"/>
            </a:xfrm>
          </p:grpSpPr>
          <p:sp>
            <p:nvSpPr>
              <p:cNvPr id="16" name="TextBox 15">
                <a:extLst>
                  <a:ext uri="{FF2B5EF4-FFF2-40B4-BE49-F238E27FC236}">
                    <a16:creationId xmlns:a16="http://schemas.microsoft.com/office/drawing/2014/main" id="{05E2993B-12DB-8A1E-8919-12A3F72D02D1}"/>
                  </a:ext>
                </a:extLst>
              </p:cNvPr>
              <p:cNvSpPr txBox="1"/>
              <p:nvPr/>
            </p:nvSpPr>
            <p:spPr>
              <a:xfrm>
                <a:off x="128517" y="5120283"/>
                <a:ext cx="5526790" cy="864620"/>
              </a:xfrm>
              <a:prstGeom prst="rect">
                <a:avLst/>
              </a:prstGeom>
              <a:solidFill>
                <a:schemeClr val="accent3">
                  <a:lumMod val="50000"/>
                </a:schemeClr>
              </a:solidFill>
              <a:ln w="25400">
                <a:noFill/>
              </a:ln>
            </p:spPr>
            <p:txBody>
              <a:bodyPr wrap="square">
                <a:spAutoFit/>
              </a:bodyPr>
              <a:lstStyle/>
              <a:p>
                <a:pPr algn="ctr"/>
                <a:r>
                  <a:rPr lang="en-US" sz="2000" b="1" u="sng">
                    <a:solidFill>
                      <a:schemeClr val="bg1"/>
                    </a:solidFill>
                  </a:rPr>
                  <a:t>Key Insights: Label-Flipping Attack</a:t>
                </a:r>
              </a:p>
              <a:p>
                <a:r>
                  <a:rPr lang="en-US" sz="1600">
                    <a:solidFill>
                      <a:schemeClr val="bg1"/>
                    </a:solidFill>
                  </a:rPr>
                  <a:t>QMLP models exhibit greater robustness than CMLP models, driven partly by lower baseline accuracy.</a:t>
                </a:r>
              </a:p>
            </p:txBody>
          </p:sp>
          <p:sp>
            <p:nvSpPr>
              <p:cNvPr id="14" name="TextBox 13">
                <a:extLst>
                  <a:ext uri="{FF2B5EF4-FFF2-40B4-BE49-F238E27FC236}">
                    <a16:creationId xmlns:a16="http://schemas.microsoft.com/office/drawing/2014/main" id="{34C78F39-DEDD-E68A-F661-0B8B400AE6AB}"/>
                  </a:ext>
                </a:extLst>
              </p:cNvPr>
              <p:cNvSpPr txBox="1"/>
              <p:nvPr/>
            </p:nvSpPr>
            <p:spPr>
              <a:xfrm>
                <a:off x="128517" y="527777"/>
                <a:ext cx="3503881" cy="447217"/>
              </a:xfrm>
              <a:prstGeom prst="rect">
                <a:avLst/>
              </a:prstGeom>
              <a:noFill/>
            </p:spPr>
            <p:txBody>
              <a:bodyPr wrap="square" rtlCol="0">
                <a:spAutoFit/>
              </a:bodyPr>
              <a:lstStyle/>
              <a:p>
                <a:pPr algn="ctr"/>
                <a:r>
                  <a:rPr lang="en-US" sz="2400" b="1">
                    <a:solidFill>
                      <a:schemeClr val="accent2">
                        <a:lumMod val="75000"/>
                      </a:schemeClr>
                    </a:solidFill>
                  </a:rPr>
                  <a:t>Label-Flipping</a:t>
                </a:r>
              </a:p>
            </p:txBody>
          </p:sp>
          <p:pic>
            <p:nvPicPr>
              <p:cNvPr id="17" name="Picture 16">
                <a:extLst>
                  <a:ext uri="{FF2B5EF4-FFF2-40B4-BE49-F238E27FC236}">
                    <a16:creationId xmlns:a16="http://schemas.microsoft.com/office/drawing/2014/main" id="{BCD144AB-07EA-0428-F2BF-49D7629F5BEF}"/>
                  </a:ext>
                </a:extLst>
              </p:cNvPr>
              <p:cNvPicPr>
                <a:picLocks noChangeAspect="1"/>
              </p:cNvPicPr>
              <p:nvPr/>
            </p:nvPicPr>
            <p:blipFill>
              <a:blip r:embed="rId3">
                <a:extLst>
                  <a:ext uri="{28A0092B-C50C-407E-A947-70E740481C1C}">
                    <a14:useLocalDpi xmlns:a14="http://schemas.microsoft.com/office/drawing/2010/main" val="0"/>
                  </a:ext>
                </a:extLst>
              </a:blip>
              <a:srcRect l="2018" r="-1"/>
              <a:stretch>
                <a:fillRect/>
              </a:stretch>
            </p:blipFill>
            <p:spPr>
              <a:xfrm>
                <a:off x="673478" y="1967990"/>
                <a:ext cx="4224110" cy="2874067"/>
              </a:xfrm>
              <a:prstGeom prst="rect">
                <a:avLst/>
              </a:prstGeom>
            </p:spPr>
          </p:pic>
          <p:sp>
            <p:nvSpPr>
              <p:cNvPr id="19" name="TextBox 18">
                <a:extLst>
                  <a:ext uri="{FF2B5EF4-FFF2-40B4-BE49-F238E27FC236}">
                    <a16:creationId xmlns:a16="http://schemas.microsoft.com/office/drawing/2014/main" id="{869573B6-C5AF-C668-4CF8-D6C4A1D62820}"/>
                  </a:ext>
                </a:extLst>
              </p:cNvPr>
              <p:cNvSpPr txBox="1"/>
              <p:nvPr/>
            </p:nvSpPr>
            <p:spPr>
              <a:xfrm>
                <a:off x="46006" y="1009318"/>
                <a:ext cx="5599943" cy="626104"/>
              </a:xfrm>
              <a:prstGeom prst="rect">
                <a:avLst/>
              </a:prstGeom>
              <a:noFill/>
            </p:spPr>
            <p:txBody>
              <a:bodyPr wrap="square" rtlCol="0">
                <a:spAutoFit/>
              </a:bodyPr>
              <a:lstStyle/>
              <a:p>
                <a:pPr marL="285750" indent="-285750">
                  <a:buFont typeface="Arial" panose="020B0604020202020204" pitchFamily="34" charset="0"/>
                  <a:buChar char="•"/>
                </a:pPr>
                <a:r>
                  <a:rPr lang="en-US"/>
                  <a:t>50% Random Label-Flip</a:t>
                </a:r>
              </a:p>
              <a:p>
                <a:pPr marL="285750" indent="-285750">
                  <a:buFont typeface="Arial" panose="020B0604020202020204" pitchFamily="34" charset="0"/>
                  <a:buChar char="•"/>
                </a:pPr>
                <a:r>
                  <a:rPr lang="en-US"/>
                  <a:t>Black-box Attack</a:t>
                </a:r>
              </a:p>
            </p:txBody>
          </p:sp>
        </p:grpSp>
        <p:sp>
          <p:nvSpPr>
            <p:cNvPr id="78" name="TextBox 77">
              <a:extLst>
                <a:ext uri="{FF2B5EF4-FFF2-40B4-BE49-F238E27FC236}">
                  <a16:creationId xmlns:a16="http://schemas.microsoft.com/office/drawing/2014/main" id="{2D28B037-B3B8-3706-F0BB-3C1FC9E318C2}"/>
                </a:ext>
              </a:extLst>
            </p:cNvPr>
            <p:cNvSpPr txBox="1"/>
            <p:nvPr/>
          </p:nvSpPr>
          <p:spPr>
            <a:xfrm rot="16200000">
              <a:off x="-386678" y="2900973"/>
              <a:ext cx="1750979" cy="369332"/>
            </a:xfrm>
            <a:prstGeom prst="rect">
              <a:avLst/>
            </a:prstGeom>
            <a:noFill/>
          </p:spPr>
          <p:txBody>
            <a:bodyPr wrap="square" rtlCol="0">
              <a:spAutoFit/>
            </a:bodyPr>
            <a:lstStyle/>
            <a:p>
              <a:r>
                <a:rPr lang="en-US"/>
                <a:t>Accuracy Ratio</a:t>
              </a:r>
            </a:p>
          </p:txBody>
        </p:sp>
      </p:grpSp>
      <p:pic>
        <p:nvPicPr>
          <p:cNvPr id="87" name="Picture 86">
            <a:extLst>
              <a:ext uri="{FF2B5EF4-FFF2-40B4-BE49-F238E27FC236}">
                <a16:creationId xmlns:a16="http://schemas.microsoft.com/office/drawing/2014/main" id="{81EFBEF9-7E91-5DA8-BDE3-FDE557BEBBDF}"/>
              </a:ext>
            </a:extLst>
          </p:cNvPr>
          <p:cNvPicPr>
            <a:picLocks noChangeAspect="1"/>
          </p:cNvPicPr>
          <p:nvPr/>
        </p:nvPicPr>
        <p:blipFill>
          <a:blip r:embed="rId4">
            <a:extLst>
              <a:ext uri="{28A0092B-C50C-407E-A947-70E740481C1C}">
                <a14:useLocalDpi xmlns:a14="http://schemas.microsoft.com/office/drawing/2010/main" val="0"/>
              </a:ext>
            </a:extLst>
          </a:blip>
          <a:srcRect b="8068"/>
          <a:stretch>
            <a:fillRect/>
          </a:stretch>
        </p:blipFill>
        <p:spPr>
          <a:xfrm>
            <a:off x="6219182" y="2681337"/>
            <a:ext cx="4508413" cy="2464196"/>
          </a:xfrm>
          <a:prstGeom prst="rect">
            <a:avLst/>
          </a:prstGeom>
        </p:spPr>
      </p:pic>
      <p:cxnSp>
        <p:nvCxnSpPr>
          <p:cNvPr id="89" name="Straight Arrow Connector 88">
            <a:extLst>
              <a:ext uri="{FF2B5EF4-FFF2-40B4-BE49-F238E27FC236}">
                <a16:creationId xmlns:a16="http://schemas.microsoft.com/office/drawing/2014/main" id="{E67161F2-2242-C54F-74BF-74E806F00BDB}"/>
              </a:ext>
            </a:extLst>
          </p:cNvPr>
          <p:cNvCxnSpPr>
            <a:cxnSpLocks/>
          </p:cNvCxnSpPr>
          <p:nvPr/>
        </p:nvCxnSpPr>
        <p:spPr>
          <a:xfrm>
            <a:off x="10137698" y="1686159"/>
            <a:ext cx="2442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A7A91CFB-81F6-126A-7A70-99CEAA7233D0}"/>
              </a:ext>
            </a:extLst>
          </p:cNvPr>
          <p:cNvSpPr txBox="1"/>
          <p:nvPr/>
        </p:nvSpPr>
        <p:spPr>
          <a:xfrm>
            <a:off x="92991" y="6552783"/>
            <a:ext cx="10761770" cy="246221"/>
          </a:xfrm>
          <a:prstGeom prst="rect">
            <a:avLst/>
          </a:prstGeom>
          <a:noFill/>
        </p:spPr>
        <p:txBody>
          <a:bodyPr wrap="square">
            <a:spAutoFit/>
          </a:bodyPr>
          <a:lstStyle/>
          <a:p>
            <a:r>
              <a:rPr lang="en-US" sz="1000" b="0" i="0">
                <a:solidFill>
                  <a:srgbClr val="222222"/>
                </a:solidFill>
                <a:effectLst/>
                <a:latin typeface="Calibri" panose="020F0502020204030204" pitchFamily="34" charset="0"/>
                <a:cs typeface="Calibri" panose="020F0502020204030204" pitchFamily="34" charset="0"/>
              </a:rPr>
              <a:t>[1] Kundu, Satwik, and Swaroop Ghosh. "Adversarial data poisoning attack on quantum machine learning in the NISQ era." </a:t>
            </a:r>
            <a:r>
              <a:rPr lang="en-US" sz="1000" i="1">
                <a:solidFill>
                  <a:srgbClr val="222222"/>
                </a:solidFill>
                <a:latin typeface="Calibri" panose="020F0502020204030204" pitchFamily="34" charset="0"/>
                <a:cs typeface="Calibri" panose="020F0502020204030204" pitchFamily="34" charset="0"/>
              </a:rPr>
              <a:t> GLSVLSI 2025</a:t>
            </a:r>
            <a:r>
              <a:rPr lang="en-US" sz="1000" b="0" i="0">
                <a:solidFill>
                  <a:srgbClr val="222222"/>
                </a:solidFill>
                <a:effectLst/>
                <a:latin typeface="Calibri" panose="020F0502020204030204" pitchFamily="34" charset="0"/>
                <a:cs typeface="Calibri" panose="020F0502020204030204" pitchFamily="34" charset="0"/>
              </a:rPr>
              <a:t>.</a:t>
            </a:r>
            <a:endParaRPr lang="en-US" sz="1000">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EA1E5DE2-4450-A4E0-BA4F-4E5D29E9ADBD}"/>
              </a:ext>
            </a:extLst>
          </p:cNvPr>
          <p:cNvSpPr>
            <a:spLocks noGrp="1"/>
          </p:cNvSpPr>
          <p:nvPr>
            <p:ph type="title"/>
          </p:nvPr>
        </p:nvSpPr>
        <p:spPr/>
        <p:txBody>
          <a:bodyPr>
            <a:normAutofit fontScale="90000"/>
          </a:bodyPr>
          <a:lstStyle/>
          <a:p>
            <a:r>
              <a:rPr lang="en-US"/>
              <a:t>Data-Poisoning Attacks: Label-Flipping and QUID </a:t>
            </a:r>
          </a:p>
        </p:txBody>
      </p:sp>
      <p:sp>
        <p:nvSpPr>
          <p:cNvPr id="92" name="Slide Number Placeholder 91">
            <a:extLst>
              <a:ext uri="{FF2B5EF4-FFF2-40B4-BE49-F238E27FC236}">
                <a16:creationId xmlns:a16="http://schemas.microsoft.com/office/drawing/2014/main" id="{4B0B4C06-0CFD-0A66-1382-09CC038DBFFB}"/>
              </a:ext>
            </a:extLst>
          </p:cNvPr>
          <p:cNvSpPr>
            <a:spLocks noGrp="1"/>
          </p:cNvSpPr>
          <p:nvPr>
            <p:ph type="sldNum" sz="quarter" idx="12"/>
          </p:nvPr>
        </p:nvSpPr>
        <p:spPr/>
        <p:txBody>
          <a:bodyPr/>
          <a:lstStyle/>
          <a:p>
            <a:fld id="{B8661DC6-780D-41F1-B3E6-BAC31697093D}" type="slidenum">
              <a:rPr lang="en-US" smtClean="0"/>
              <a:pPr/>
              <a:t>6</a:t>
            </a:fld>
            <a:endParaRPr lang="en-US"/>
          </a:p>
        </p:txBody>
      </p:sp>
      <p:sp>
        <p:nvSpPr>
          <p:cNvPr id="4" name="TextBox 3">
            <a:extLst>
              <a:ext uri="{FF2B5EF4-FFF2-40B4-BE49-F238E27FC236}">
                <a16:creationId xmlns:a16="http://schemas.microsoft.com/office/drawing/2014/main" id="{B61A62AD-2595-2FB7-E311-3DDE106D056D}"/>
              </a:ext>
            </a:extLst>
          </p:cNvPr>
          <p:cNvSpPr txBox="1"/>
          <p:nvPr/>
        </p:nvSpPr>
        <p:spPr>
          <a:xfrm>
            <a:off x="5349278" y="5213099"/>
            <a:ext cx="6701950" cy="1138773"/>
          </a:xfrm>
          <a:prstGeom prst="rect">
            <a:avLst/>
          </a:prstGeom>
          <a:solidFill>
            <a:schemeClr val="accent3">
              <a:lumMod val="50000"/>
            </a:schemeClr>
          </a:solidFill>
          <a:ln w="28575">
            <a:noFill/>
          </a:ln>
        </p:spPr>
        <p:txBody>
          <a:bodyPr wrap="square">
            <a:spAutoFit/>
          </a:bodyPr>
          <a:lstStyle/>
          <a:p>
            <a:pPr algn="ctr"/>
            <a:r>
              <a:rPr lang="en-US" sz="2000" b="1" u="sng">
                <a:solidFill>
                  <a:schemeClr val="bg1"/>
                </a:solidFill>
              </a:rPr>
              <a:t>Key Insights: QUID</a:t>
            </a:r>
          </a:p>
          <a:p>
            <a:pPr marL="285750" indent="-285750">
              <a:buFont typeface="Wingdings" panose="05000000000000000000" pitchFamily="2" charset="2"/>
              <a:buChar char="ü"/>
            </a:pPr>
            <a:r>
              <a:rPr lang="en-US" sz="1600">
                <a:solidFill>
                  <a:schemeClr val="bg1"/>
                </a:solidFill>
              </a:rPr>
              <a:t>Angle encoding is more resilient at low poison ratio compared to Amplitude encoded models.</a:t>
            </a:r>
          </a:p>
          <a:p>
            <a:pPr marL="285750" indent="-285750">
              <a:buFont typeface="Wingdings" panose="05000000000000000000" pitchFamily="2" charset="2"/>
              <a:buChar char="ü"/>
            </a:pPr>
            <a:r>
              <a:rPr lang="en-US" sz="1600">
                <a:solidFill>
                  <a:schemeClr val="bg1"/>
                </a:solidFill>
              </a:rPr>
              <a:t>Noise acts as a passive defense by disturbing Hilbert space structure.</a:t>
            </a:r>
          </a:p>
        </p:txBody>
      </p:sp>
    </p:spTree>
    <p:extLst>
      <p:ext uri="{BB962C8B-B14F-4D97-AF65-F5344CB8AC3E}">
        <p14:creationId xmlns:p14="http://schemas.microsoft.com/office/powerpoint/2010/main" val="267622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4" grpId="0" animBg="1"/>
      <p:bldP spid="59" grpId="0" animBg="1"/>
      <p:bldP spid="60" grpId="0"/>
      <p:bldP spid="61" grpId="0"/>
      <p:bldP spid="62" grpId="0"/>
      <p:bldP spid="91" grpId="0"/>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
          <a:extLst>
            <a:ext uri="{FF2B5EF4-FFF2-40B4-BE49-F238E27FC236}">
              <a16:creationId xmlns:a16="http://schemas.microsoft.com/office/drawing/2014/main" id="{607ED569-42DD-0362-DD4F-94656210AD79}"/>
            </a:ext>
          </a:extLst>
        </p:cNvPr>
        <p:cNvGrpSpPr/>
        <p:nvPr/>
      </p:nvGrpSpPr>
      <p:grpSpPr>
        <a:xfrm>
          <a:off x="0" y="0"/>
          <a:ext cx="0" cy="0"/>
          <a:chOff x="0" y="0"/>
          <a:chExt cx="0" cy="0"/>
        </a:xfrm>
      </p:grpSpPr>
      <p:grpSp>
        <p:nvGrpSpPr>
          <p:cNvPr id="1074" name="Group 1073">
            <a:extLst>
              <a:ext uri="{FF2B5EF4-FFF2-40B4-BE49-F238E27FC236}">
                <a16:creationId xmlns:a16="http://schemas.microsoft.com/office/drawing/2014/main" id="{F1FD0E67-5E4B-9085-5BFC-CB5237D0501E}"/>
              </a:ext>
            </a:extLst>
          </p:cNvPr>
          <p:cNvGrpSpPr/>
          <p:nvPr/>
        </p:nvGrpSpPr>
        <p:grpSpPr>
          <a:xfrm>
            <a:off x="139914" y="2895645"/>
            <a:ext cx="5094017" cy="3411449"/>
            <a:chOff x="139914" y="2895645"/>
            <a:chExt cx="5094017" cy="3411449"/>
          </a:xfrm>
        </p:grpSpPr>
        <p:sp>
          <p:nvSpPr>
            <p:cNvPr id="1041" name="TextBox 1040">
              <a:extLst>
                <a:ext uri="{FF2B5EF4-FFF2-40B4-BE49-F238E27FC236}">
                  <a16:creationId xmlns:a16="http://schemas.microsoft.com/office/drawing/2014/main" id="{D1F3C601-D7E0-37F2-6648-716928F6F05A}"/>
                </a:ext>
              </a:extLst>
            </p:cNvPr>
            <p:cNvSpPr txBox="1"/>
            <p:nvPr/>
          </p:nvSpPr>
          <p:spPr>
            <a:xfrm>
              <a:off x="139914" y="5414542"/>
              <a:ext cx="5094017" cy="892552"/>
            </a:xfrm>
            <a:prstGeom prst="rect">
              <a:avLst/>
            </a:prstGeom>
            <a:solidFill>
              <a:schemeClr val="accent3">
                <a:lumMod val="50000"/>
              </a:schemeClr>
            </a:solidFill>
            <a:ln w="28575">
              <a:noFill/>
            </a:ln>
          </p:spPr>
          <p:txBody>
            <a:bodyPr wrap="square">
              <a:spAutoFit/>
            </a:bodyPr>
            <a:lstStyle/>
            <a:p>
              <a:pPr algn="ctr"/>
              <a:r>
                <a:rPr lang="en-US" sz="2000" b="1" u="sng">
                  <a:solidFill>
                    <a:schemeClr val="bg1"/>
                  </a:solidFill>
                </a:rPr>
                <a:t>Key Insights: </a:t>
              </a:r>
              <a:r>
                <a:rPr lang="en-US" sz="2000" b="1" u="sng" err="1">
                  <a:solidFill>
                    <a:schemeClr val="bg1"/>
                  </a:solidFill>
                </a:rPr>
                <a:t>Qtrojan</a:t>
              </a:r>
              <a:endParaRPr lang="en-US" sz="2000">
                <a:solidFill>
                  <a:schemeClr val="bg1"/>
                </a:solidFill>
              </a:endParaRPr>
            </a:p>
            <a:p>
              <a:pPr marL="285750" indent="-285750">
                <a:buFont typeface="Wingdings" panose="05000000000000000000" pitchFamily="2" charset="2"/>
                <a:buChar char="ü"/>
              </a:pPr>
              <a:r>
                <a:rPr lang="en-US" sz="1600" err="1">
                  <a:solidFill>
                    <a:schemeClr val="bg1"/>
                  </a:solidFill>
                </a:rPr>
                <a:t>QTrojan</a:t>
              </a:r>
              <a:r>
                <a:rPr lang="en-US" sz="1600">
                  <a:solidFill>
                    <a:schemeClr val="bg1"/>
                  </a:solidFill>
                </a:rPr>
                <a:t> is a stealthy attack.</a:t>
              </a:r>
            </a:p>
            <a:p>
              <a:pPr marL="285750" indent="-285750">
                <a:buFont typeface="Wingdings" panose="05000000000000000000" pitchFamily="2" charset="2"/>
                <a:buChar char="ü"/>
              </a:pPr>
              <a:r>
                <a:rPr lang="en-US" sz="1600">
                  <a:solidFill>
                    <a:schemeClr val="bg1"/>
                  </a:solidFill>
                </a:rPr>
                <a:t>ASR is consistently low for multiclass classification</a:t>
              </a:r>
            </a:p>
          </p:txBody>
        </p:sp>
        <p:pic>
          <p:nvPicPr>
            <p:cNvPr id="1042" name="Picture 1041">
              <a:extLst>
                <a:ext uri="{FF2B5EF4-FFF2-40B4-BE49-F238E27FC236}">
                  <a16:creationId xmlns:a16="http://schemas.microsoft.com/office/drawing/2014/main" id="{88CBB544-F17B-0214-F07F-41530AE9FD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902" y="2895645"/>
              <a:ext cx="3829730" cy="2273055"/>
            </a:xfrm>
            <a:prstGeom prst="rect">
              <a:avLst/>
            </a:prstGeom>
          </p:spPr>
        </p:pic>
      </p:grpSp>
      <p:sp>
        <p:nvSpPr>
          <p:cNvPr id="1049" name="TextBox 1048">
            <a:extLst>
              <a:ext uri="{FF2B5EF4-FFF2-40B4-BE49-F238E27FC236}">
                <a16:creationId xmlns:a16="http://schemas.microsoft.com/office/drawing/2014/main" id="{F87DFE28-BCF5-162D-D5A2-388F8CDA75A7}"/>
              </a:ext>
            </a:extLst>
          </p:cNvPr>
          <p:cNvSpPr txBox="1"/>
          <p:nvPr/>
        </p:nvSpPr>
        <p:spPr>
          <a:xfrm>
            <a:off x="5746168" y="4614323"/>
            <a:ext cx="5984221" cy="1692771"/>
          </a:xfrm>
          <a:prstGeom prst="rect">
            <a:avLst/>
          </a:prstGeom>
          <a:solidFill>
            <a:schemeClr val="accent3">
              <a:lumMod val="50000"/>
            </a:schemeClr>
          </a:solidFill>
          <a:ln w="28575">
            <a:noFill/>
          </a:ln>
        </p:spPr>
        <p:txBody>
          <a:bodyPr wrap="square">
            <a:spAutoFit/>
          </a:bodyPr>
          <a:lstStyle/>
          <a:p>
            <a:pPr algn="ctr"/>
            <a:r>
              <a:rPr lang="en-US" sz="2000" b="1" u="sng">
                <a:solidFill>
                  <a:schemeClr val="bg1"/>
                </a:solidFill>
              </a:rPr>
              <a:t>Key Insights: Huang et al.</a:t>
            </a:r>
            <a:endParaRPr lang="en-US" sz="2000">
              <a:solidFill>
                <a:schemeClr val="bg1"/>
              </a:solidFill>
            </a:endParaRPr>
          </a:p>
          <a:p>
            <a:pPr marL="285750" indent="-285750">
              <a:buFont typeface="Wingdings" panose="05000000000000000000" pitchFamily="2" charset="2"/>
              <a:buChar char="ü"/>
            </a:pPr>
            <a:r>
              <a:rPr lang="en-US" sz="1600">
                <a:solidFill>
                  <a:schemeClr val="bg1"/>
                </a:solidFill>
              </a:rPr>
              <a:t>Highly stealthy </a:t>
            </a:r>
          </a:p>
          <a:p>
            <a:pPr marL="285750" indent="-285750">
              <a:buFont typeface="Wingdings" panose="05000000000000000000" pitchFamily="2" charset="2"/>
              <a:buChar char="ü"/>
            </a:pPr>
            <a:r>
              <a:rPr lang="en-US" sz="1600">
                <a:solidFill>
                  <a:schemeClr val="bg1"/>
                </a:solidFill>
              </a:rPr>
              <a:t>Amplitude encoding is more vulnerable because its single-shot embedding gives the optimized trigger a stable entry point</a:t>
            </a:r>
          </a:p>
          <a:p>
            <a:pPr marL="285750" indent="-285750">
              <a:buFont typeface="Wingdings" panose="05000000000000000000" pitchFamily="2" charset="2"/>
              <a:buChar char="ü"/>
            </a:pPr>
            <a:r>
              <a:rPr lang="en-US" sz="1600">
                <a:solidFill>
                  <a:schemeClr val="bg1"/>
                </a:solidFill>
              </a:rPr>
              <a:t>Trigger is embedded in the trained weights and thus persists as long as the model remains functional.</a:t>
            </a:r>
          </a:p>
        </p:txBody>
      </p:sp>
      <p:sp>
        <p:nvSpPr>
          <p:cNvPr id="2" name="Title 1">
            <a:extLst>
              <a:ext uri="{FF2B5EF4-FFF2-40B4-BE49-F238E27FC236}">
                <a16:creationId xmlns:a16="http://schemas.microsoft.com/office/drawing/2014/main" id="{C1369CA6-E52A-4A55-B8A5-C5958B01E562}"/>
              </a:ext>
            </a:extLst>
          </p:cNvPr>
          <p:cNvSpPr>
            <a:spLocks noGrp="1"/>
          </p:cNvSpPr>
          <p:nvPr>
            <p:ph type="title"/>
          </p:nvPr>
        </p:nvSpPr>
        <p:spPr/>
        <p:txBody>
          <a:bodyPr>
            <a:normAutofit fontScale="90000"/>
          </a:bodyPr>
          <a:lstStyle/>
          <a:p>
            <a:r>
              <a:rPr lang="en-US"/>
              <a:t>Back-Door Attacks: </a:t>
            </a:r>
            <a:r>
              <a:rPr lang="en-US" err="1"/>
              <a:t>Qtrojan</a:t>
            </a:r>
            <a:r>
              <a:rPr lang="en-US"/>
              <a:t>, Huang et al.</a:t>
            </a:r>
          </a:p>
        </p:txBody>
      </p:sp>
      <p:sp>
        <p:nvSpPr>
          <p:cNvPr id="1059" name="Slide Number Placeholder 1058">
            <a:extLst>
              <a:ext uri="{FF2B5EF4-FFF2-40B4-BE49-F238E27FC236}">
                <a16:creationId xmlns:a16="http://schemas.microsoft.com/office/drawing/2014/main" id="{3820FFC9-B1F4-CC00-B779-A6A8A222196A}"/>
              </a:ext>
            </a:extLst>
          </p:cNvPr>
          <p:cNvSpPr>
            <a:spLocks noGrp="1"/>
          </p:cNvSpPr>
          <p:nvPr>
            <p:ph type="sldNum" sz="quarter" idx="12"/>
          </p:nvPr>
        </p:nvSpPr>
        <p:spPr/>
        <p:txBody>
          <a:bodyPr/>
          <a:lstStyle/>
          <a:p>
            <a:fld id="{B8661DC6-780D-41F1-B3E6-BAC31697093D}" type="slidenum">
              <a:rPr lang="en-US" smtClean="0"/>
              <a:pPr/>
              <a:t>7</a:t>
            </a:fld>
            <a:endParaRPr lang="en-US"/>
          </a:p>
        </p:txBody>
      </p:sp>
      <p:grpSp>
        <p:nvGrpSpPr>
          <p:cNvPr id="1077" name="Group 1076">
            <a:extLst>
              <a:ext uri="{FF2B5EF4-FFF2-40B4-BE49-F238E27FC236}">
                <a16:creationId xmlns:a16="http://schemas.microsoft.com/office/drawing/2014/main" id="{4BDFDD79-6DD1-4C61-52E9-A3D098F506C5}"/>
              </a:ext>
            </a:extLst>
          </p:cNvPr>
          <p:cNvGrpSpPr/>
          <p:nvPr/>
        </p:nvGrpSpPr>
        <p:grpSpPr>
          <a:xfrm>
            <a:off x="65050" y="594023"/>
            <a:ext cx="11109277" cy="6263977"/>
            <a:chOff x="65050" y="594023"/>
            <a:chExt cx="11109277" cy="6263977"/>
          </a:xfrm>
        </p:grpSpPr>
        <p:pic>
          <p:nvPicPr>
            <p:cNvPr id="1026" name="Picture 2">
              <a:extLst>
                <a:ext uri="{FF2B5EF4-FFF2-40B4-BE49-F238E27FC236}">
                  <a16:creationId xmlns:a16="http://schemas.microsoft.com/office/drawing/2014/main" id="{4410C7D4-DB4F-AAB5-2334-216BD76FD8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479" y="1099102"/>
              <a:ext cx="2142576" cy="1645747"/>
            </a:xfrm>
            <a:prstGeom prst="rect">
              <a:avLst/>
            </a:prstGeom>
            <a:noFill/>
            <a:extLst>
              <a:ext uri="{909E8E84-426E-40DD-AFC4-6F175D3DCCD1}">
                <a14:hiddenFill xmlns:a14="http://schemas.microsoft.com/office/drawing/2010/main">
                  <a:solidFill>
                    <a:srgbClr val="FFFFFF"/>
                  </a:solidFill>
                </a14:hiddenFill>
              </a:ext>
            </a:extLst>
          </p:spPr>
        </p:pic>
        <p:sp>
          <p:nvSpPr>
            <p:cNvPr id="1043" name="TextBox 1042">
              <a:extLst>
                <a:ext uri="{FF2B5EF4-FFF2-40B4-BE49-F238E27FC236}">
                  <a16:creationId xmlns:a16="http://schemas.microsoft.com/office/drawing/2014/main" id="{56573C29-3CD2-56BE-5BBE-A5E13E3B7B6C}"/>
                </a:ext>
              </a:extLst>
            </p:cNvPr>
            <p:cNvSpPr txBox="1"/>
            <p:nvPr/>
          </p:nvSpPr>
          <p:spPr>
            <a:xfrm>
              <a:off x="1568252" y="594023"/>
              <a:ext cx="1515039" cy="461665"/>
            </a:xfrm>
            <a:prstGeom prst="rect">
              <a:avLst/>
            </a:prstGeom>
            <a:noFill/>
          </p:spPr>
          <p:txBody>
            <a:bodyPr wrap="square" rtlCol="0">
              <a:spAutoFit/>
            </a:bodyPr>
            <a:lstStyle/>
            <a:p>
              <a:r>
                <a:rPr lang="en-US" sz="2400" b="1" err="1">
                  <a:solidFill>
                    <a:schemeClr val="accent2"/>
                  </a:solidFill>
                </a:rPr>
                <a:t>Qtrojan</a:t>
              </a:r>
              <a:r>
                <a:rPr lang="en-US" b="1">
                  <a:solidFill>
                    <a:schemeClr val="accent2"/>
                  </a:solidFill>
                </a:rPr>
                <a:t> </a:t>
              </a:r>
              <a:r>
                <a:rPr lang="en-US" sz="1100"/>
                <a:t>[2]</a:t>
              </a:r>
              <a:endParaRPr lang="en-US"/>
            </a:p>
          </p:txBody>
        </p:sp>
        <p:sp>
          <p:nvSpPr>
            <p:cNvPr id="1065" name="TextBox 1064">
              <a:extLst>
                <a:ext uri="{FF2B5EF4-FFF2-40B4-BE49-F238E27FC236}">
                  <a16:creationId xmlns:a16="http://schemas.microsoft.com/office/drawing/2014/main" id="{05FDF3AD-DEF5-A049-46D3-E1567CDD6394}"/>
                </a:ext>
              </a:extLst>
            </p:cNvPr>
            <p:cNvSpPr txBox="1"/>
            <p:nvPr/>
          </p:nvSpPr>
          <p:spPr>
            <a:xfrm>
              <a:off x="65050" y="6457890"/>
              <a:ext cx="11109277" cy="400110"/>
            </a:xfrm>
            <a:prstGeom prst="rect">
              <a:avLst/>
            </a:prstGeom>
            <a:noFill/>
          </p:spPr>
          <p:txBody>
            <a:bodyPr wrap="square">
              <a:spAutoFit/>
            </a:bodyPr>
            <a:lstStyle/>
            <a:p>
              <a:r>
                <a:rPr lang="en-US" sz="1000">
                  <a:solidFill>
                    <a:srgbClr val="222222"/>
                  </a:solidFill>
                  <a:latin typeface="Calibri" panose="020F0502020204030204" pitchFamily="34" charset="0"/>
                  <a:cs typeface="Calibri" panose="020F0502020204030204" pitchFamily="34" charset="0"/>
                </a:rPr>
                <a:t>[2] </a:t>
              </a:r>
              <a:r>
                <a:rPr lang="en-US" sz="1000" b="0" i="0">
                  <a:solidFill>
                    <a:srgbClr val="222222"/>
                  </a:solidFill>
                  <a:effectLst/>
                  <a:latin typeface="Calibri" panose="020F0502020204030204" pitchFamily="34" charset="0"/>
                  <a:cs typeface="Calibri" panose="020F0502020204030204" pitchFamily="34" charset="0"/>
                </a:rPr>
                <a:t>Chu, Cheng, et al. "</a:t>
              </a:r>
              <a:r>
                <a:rPr lang="en-US" sz="1000" b="0" i="0" err="1">
                  <a:solidFill>
                    <a:srgbClr val="222222"/>
                  </a:solidFill>
                  <a:effectLst/>
                  <a:latin typeface="Calibri" panose="020F0502020204030204" pitchFamily="34" charset="0"/>
                  <a:cs typeface="Calibri" panose="020F0502020204030204" pitchFamily="34" charset="0"/>
                </a:rPr>
                <a:t>Qtrojan</a:t>
              </a:r>
              <a:r>
                <a:rPr lang="en-US" sz="1000" b="0" i="0">
                  <a:solidFill>
                    <a:srgbClr val="222222"/>
                  </a:solidFill>
                  <a:effectLst/>
                  <a:latin typeface="Calibri" panose="020F0502020204030204" pitchFamily="34" charset="0"/>
                  <a:cs typeface="Calibri" panose="020F0502020204030204" pitchFamily="34" charset="0"/>
                </a:rPr>
                <a:t>: A circuit backdoor against quantum neural networks." </a:t>
              </a:r>
              <a:r>
                <a:rPr lang="en-US" sz="1000" b="0" i="1">
                  <a:solidFill>
                    <a:srgbClr val="222222"/>
                  </a:solidFill>
                  <a:effectLst/>
                  <a:latin typeface="Calibri" panose="020F0502020204030204" pitchFamily="34" charset="0"/>
                  <a:cs typeface="Calibri" panose="020F0502020204030204" pitchFamily="34" charset="0"/>
                </a:rPr>
                <a:t>ICASSP</a:t>
              </a:r>
              <a:r>
                <a:rPr lang="en-US" sz="1000" b="0" i="0">
                  <a:solidFill>
                    <a:srgbClr val="222222"/>
                  </a:solidFill>
                  <a:effectLst/>
                  <a:latin typeface="Calibri" panose="020F0502020204030204" pitchFamily="34" charset="0"/>
                  <a:cs typeface="Calibri" panose="020F0502020204030204" pitchFamily="34" charset="0"/>
                </a:rPr>
                <a:t> 2023.</a:t>
              </a:r>
            </a:p>
            <a:p>
              <a:r>
                <a:rPr lang="en-US" sz="1000">
                  <a:solidFill>
                    <a:srgbClr val="222222"/>
                  </a:solidFill>
                  <a:latin typeface="Calibri" panose="020F0502020204030204" pitchFamily="34" charset="0"/>
                  <a:cs typeface="Calibri" panose="020F0502020204030204" pitchFamily="34" charset="0"/>
                </a:rPr>
                <a:t>[3] Huang, Chen-Yi, and Shi-Bin Zhang. "A backdoor attack against quantum neural networks with limited information." </a:t>
              </a:r>
              <a:r>
                <a:rPr lang="en-US" sz="1000" i="1">
                  <a:solidFill>
                    <a:srgbClr val="222222"/>
                  </a:solidFill>
                  <a:latin typeface="Calibri" panose="020F0502020204030204" pitchFamily="34" charset="0"/>
                  <a:cs typeface="Calibri" panose="020F0502020204030204" pitchFamily="34" charset="0"/>
                </a:rPr>
                <a:t>Chinese Physics B</a:t>
              </a:r>
              <a:r>
                <a:rPr lang="en-US" sz="1000">
                  <a:solidFill>
                    <a:srgbClr val="222222"/>
                  </a:solidFill>
                  <a:latin typeface="Calibri" panose="020F0502020204030204" pitchFamily="34" charset="0"/>
                  <a:cs typeface="Calibri" panose="020F0502020204030204" pitchFamily="34" charset="0"/>
                </a:rPr>
                <a:t> 2023.</a:t>
              </a:r>
              <a:endParaRPr lang="en-US" sz="1000">
                <a:latin typeface="Calibri" panose="020F0502020204030204" pitchFamily="34" charset="0"/>
                <a:cs typeface="Calibri" panose="020F0502020204030204" pitchFamily="34" charset="0"/>
              </a:endParaRPr>
            </a:p>
          </p:txBody>
        </p:sp>
      </p:grpSp>
      <p:grpSp>
        <p:nvGrpSpPr>
          <p:cNvPr id="1079" name="Group 1078">
            <a:extLst>
              <a:ext uri="{FF2B5EF4-FFF2-40B4-BE49-F238E27FC236}">
                <a16:creationId xmlns:a16="http://schemas.microsoft.com/office/drawing/2014/main" id="{E3AE33E1-BDB2-03D0-3C2C-A872F4EE12E7}"/>
              </a:ext>
            </a:extLst>
          </p:cNvPr>
          <p:cNvGrpSpPr/>
          <p:nvPr/>
        </p:nvGrpSpPr>
        <p:grpSpPr>
          <a:xfrm>
            <a:off x="4960685" y="1427020"/>
            <a:ext cx="3167685" cy="2635657"/>
            <a:chOff x="5806517" y="1130321"/>
            <a:chExt cx="3471126" cy="2785270"/>
          </a:xfrm>
        </p:grpSpPr>
        <p:pic>
          <p:nvPicPr>
            <p:cNvPr id="1047" name="Picture 1046">
              <a:extLst>
                <a:ext uri="{FF2B5EF4-FFF2-40B4-BE49-F238E27FC236}">
                  <a16:creationId xmlns:a16="http://schemas.microsoft.com/office/drawing/2014/main" id="{D0B226A9-0D2F-F3CB-563D-750E90FF3279}"/>
                </a:ext>
              </a:extLst>
            </p:cNvPr>
            <p:cNvPicPr>
              <a:picLocks noChangeAspect="1"/>
            </p:cNvPicPr>
            <p:nvPr/>
          </p:nvPicPr>
          <p:blipFill>
            <a:blip r:embed="rId5"/>
            <a:stretch>
              <a:fillRect/>
            </a:stretch>
          </p:blipFill>
          <p:spPr>
            <a:xfrm>
              <a:off x="5806517" y="1130321"/>
              <a:ext cx="3471126" cy="2573334"/>
            </a:xfrm>
            <a:prstGeom prst="rect">
              <a:avLst/>
            </a:prstGeom>
          </p:spPr>
        </p:pic>
        <p:sp>
          <p:nvSpPr>
            <p:cNvPr id="1066" name="TextBox 1065">
              <a:extLst>
                <a:ext uri="{FF2B5EF4-FFF2-40B4-BE49-F238E27FC236}">
                  <a16:creationId xmlns:a16="http://schemas.microsoft.com/office/drawing/2014/main" id="{76A40F6E-321E-29B2-FDED-00FFE8FC0CC1}"/>
                </a:ext>
              </a:extLst>
            </p:cNvPr>
            <p:cNvSpPr txBox="1"/>
            <p:nvPr/>
          </p:nvSpPr>
          <p:spPr>
            <a:xfrm>
              <a:off x="6885295" y="3669370"/>
              <a:ext cx="1446663" cy="246221"/>
            </a:xfrm>
            <a:prstGeom prst="rect">
              <a:avLst/>
            </a:prstGeom>
            <a:noFill/>
          </p:spPr>
          <p:txBody>
            <a:bodyPr wrap="square" rtlCol="0">
              <a:spAutoFit/>
            </a:bodyPr>
            <a:lstStyle/>
            <a:p>
              <a:r>
                <a:rPr lang="en-US" sz="1000"/>
                <a:t>Figure taken from [3]</a:t>
              </a:r>
            </a:p>
          </p:txBody>
        </p:sp>
      </p:grpSp>
      <p:sp>
        <p:nvSpPr>
          <p:cNvPr id="3" name="TextBox 2">
            <a:extLst>
              <a:ext uri="{FF2B5EF4-FFF2-40B4-BE49-F238E27FC236}">
                <a16:creationId xmlns:a16="http://schemas.microsoft.com/office/drawing/2014/main" id="{185F0A3F-36B6-674F-8760-9756C74E43EE}"/>
              </a:ext>
            </a:extLst>
          </p:cNvPr>
          <p:cNvSpPr txBox="1"/>
          <p:nvPr/>
        </p:nvSpPr>
        <p:spPr>
          <a:xfrm>
            <a:off x="7691824" y="656116"/>
            <a:ext cx="2719661" cy="461665"/>
          </a:xfrm>
          <a:prstGeom prst="rect">
            <a:avLst/>
          </a:prstGeom>
          <a:noFill/>
        </p:spPr>
        <p:txBody>
          <a:bodyPr wrap="square">
            <a:spAutoFit/>
          </a:bodyPr>
          <a:lstStyle/>
          <a:p>
            <a:r>
              <a:rPr lang="en-US" sz="2400" b="1" u="sng">
                <a:solidFill>
                  <a:schemeClr val="accent2"/>
                </a:solidFill>
              </a:rPr>
              <a:t>Huang et al. </a:t>
            </a:r>
            <a:r>
              <a:rPr lang="en-US" sz="1100"/>
              <a:t>[3]</a:t>
            </a:r>
            <a:endParaRPr lang="en-US"/>
          </a:p>
        </p:txBody>
      </p:sp>
      <p:pic>
        <p:nvPicPr>
          <p:cNvPr id="4" name="Picture 3">
            <a:extLst>
              <a:ext uri="{FF2B5EF4-FFF2-40B4-BE49-F238E27FC236}">
                <a16:creationId xmlns:a16="http://schemas.microsoft.com/office/drawing/2014/main" id="{EFC8578B-1F20-59D9-9C1C-627B5FB7899A}"/>
              </a:ext>
            </a:extLst>
          </p:cNvPr>
          <p:cNvPicPr>
            <a:picLocks noChangeAspect="1"/>
          </p:cNvPicPr>
          <p:nvPr/>
        </p:nvPicPr>
        <p:blipFill>
          <a:blip r:embed="rId6">
            <a:extLst>
              <a:ext uri="{28A0092B-C50C-407E-A947-70E740481C1C}">
                <a14:useLocalDpi xmlns:a14="http://schemas.microsoft.com/office/drawing/2010/main" val="0"/>
              </a:ext>
            </a:extLst>
          </a:blip>
          <a:srcRect b="7696"/>
          <a:stretch>
            <a:fillRect/>
          </a:stretch>
        </p:blipFill>
        <p:spPr>
          <a:xfrm>
            <a:off x="8108158" y="1827870"/>
            <a:ext cx="3849940" cy="1987501"/>
          </a:xfrm>
          <a:prstGeom prst="rect">
            <a:avLst/>
          </a:prstGeom>
        </p:spPr>
      </p:pic>
    </p:spTree>
    <p:extLst>
      <p:ext uri="{BB962C8B-B14F-4D97-AF65-F5344CB8AC3E}">
        <p14:creationId xmlns:p14="http://schemas.microsoft.com/office/powerpoint/2010/main" val="369032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 grpId="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
          <a:extLst>
            <a:ext uri="{FF2B5EF4-FFF2-40B4-BE49-F238E27FC236}">
              <a16:creationId xmlns:a16="http://schemas.microsoft.com/office/drawing/2014/main" id="{875A5751-66BB-2395-D9BD-10E70B1DB880}"/>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409B9F71-5CA3-0899-D67C-EF44F0BD92C0}"/>
              </a:ext>
            </a:extLst>
          </p:cNvPr>
          <p:cNvGrpSpPr/>
          <p:nvPr/>
        </p:nvGrpSpPr>
        <p:grpSpPr>
          <a:xfrm>
            <a:off x="3171004" y="2784242"/>
            <a:ext cx="2924996" cy="2504098"/>
            <a:chOff x="3171004" y="2784242"/>
            <a:chExt cx="2924996" cy="2504098"/>
          </a:xfrm>
        </p:grpSpPr>
        <p:pic>
          <p:nvPicPr>
            <p:cNvPr id="3076" name="Picture 4" descr="Muscle ">
              <a:extLst>
                <a:ext uri="{FF2B5EF4-FFF2-40B4-BE49-F238E27FC236}">
                  <a16:creationId xmlns:a16="http://schemas.microsoft.com/office/drawing/2014/main" id="{337AF2C3-6EA1-7EDB-C96C-783880E334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0850" y="2784242"/>
              <a:ext cx="1366821" cy="136682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DFC8005-AD2A-655C-2267-77F88B20C03C}"/>
                </a:ext>
              </a:extLst>
            </p:cNvPr>
            <p:cNvSpPr txBox="1"/>
            <p:nvPr/>
          </p:nvSpPr>
          <p:spPr>
            <a:xfrm>
              <a:off x="3171004" y="4365010"/>
              <a:ext cx="2924996" cy="923330"/>
            </a:xfrm>
            <a:prstGeom prst="rect">
              <a:avLst/>
            </a:prstGeom>
            <a:noFill/>
          </p:spPr>
          <p:txBody>
            <a:bodyPr wrap="square">
              <a:spAutoFit/>
            </a:bodyPr>
            <a:lstStyle/>
            <a:p>
              <a:pPr algn="ctr"/>
              <a:r>
                <a:rPr lang="en-US" sz="1800" b="1">
                  <a:solidFill>
                    <a:srgbClr val="C00000"/>
                  </a:solidFill>
                </a:rPr>
                <a:t>Angle Encoded models </a:t>
              </a:r>
              <a:r>
                <a:rPr lang="en-US" sz="1800"/>
                <a:t>are more</a:t>
              </a:r>
              <a:r>
                <a:rPr lang="en-US" sz="1800">
                  <a:solidFill>
                    <a:srgbClr val="C00000"/>
                  </a:solidFill>
                </a:rPr>
                <a:t> </a:t>
              </a:r>
              <a:r>
                <a:rPr lang="en-US" sz="1800" b="1">
                  <a:solidFill>
                    <a:srgbClr val="C00000"/>
                  </a:solidFill>
                </a:rPr>
                <a:t>robust</a:t>
              </a:r>
              <a:r>
                <a:rPr lang="en-US" sz="1800">
                  <a:solidFill>
                    <a:srgbClr val="C00000"/>
                  </a:solidFill>
                </a:rPr>
                <a:t> </a:t>
              </a:r>
              <a:r>
                <a:rPr lang="en-US" sz="1800"/>
                <a:t>against most attack cases.</a:t>
              </a:r>
            </a:p>
          </p:txBody>
        </p:sp>
      </p:grpSp>
      <p:grpSp>
        <p:nvGrpSpPr>
          <p:cNvPr id="23" name="Group 22">
            <a:extLst>
              <a:ext uri="{FF2B5EF4-FFF2-40B4-BE49-F238E27FC236}">
                <a16:creationId xmlns:a16="http://schemas.microsoft.com/office/drawing/2014/main" id="{3CAA9578-258E-9CBF-52F7-F6786D6379D3}"/>
              </a:ext>
            </a:extLst>
          </p:cNvPr>
          <p:cNvGrpSpPr/>
          <p:nvPr/>
        </p:nvGrpSpPr>
        <p:grpSpPr>
          <a:xfrm>
            <a:off x="6376560" y="2332888"/>
            <a:ext cx="2717008" cy="2873606"/>
            <a:chOff x="6376560" y="2332888"/>
            <a:chExt cx="2717008" cy="2873606"/>
          </a:xfrm>
        </p:grpSpPr>
        <p:pic>
          <p:nvPicPr>
            <p:cNvPr id="3080" name="Picture 8" descr="shield ">
              <a:extLst>
                <a:ext uri="{FF2B5EF4-FFF2-40B4-BE49-F238E27FC236}">
                  <a16:creationId xmlns:a16="http://schemas.microsoft.com/office/drawing/2014/main" id="{9FA83148-5E55-1DA6-7D40-FC11B616F3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4331" y="2332888"/>
              <a:ext cx="1786246" cy="178624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82273C5-DC82-1725-7E08-376C442ED91E}"/>
                </a:ext>
              </a:extLst>
            </p:cNvPr>
            <p:cNvSpPr txBox="1"/>
            <p:nvPr/>
          </p:nvSpPr>
          <p:spPr>
            <a:xfrm>
              <a:off x="6376560" y="4283164"/>
              <a:ext cx="2717008" cy="923330"/>
            </a:xfrm>
            <a:prstGeom prst="rect">
              <a:avLst/>
            </a:prstGeom>
            <a:noFill/>
          </p:spPr>
          <p:txBody>
            <a:bodyPr wrap="square">
              <a:spAutoFit/>
            </a:bodyPr>
            <a:lstStyle/>
            <a:p>
              <a:pPr algn="ctr"/>
              <a:r>
                <a:rPr lang="en-US" b="1">
                  <a:solidFill>
                    <a:srgbClr val="C00000"/>
                  </a:solidFill>
                </a:rPr>
                <a:t>N</a:t>
              </a:r>
              <a:r>
                <a:rPr lang="en-US" sz="1800" b="1">
                  <a:solidFill>
                    <a:srgbClr val="C00000"/>
                  </a:solidFill>
                </a:rPr>
                <a:t>oise acts as a passive natural defense </a:t>
              </a:r>
              <a:r>
                <a:rPr lang="en-US" sz="1800"/>
                <a:t>against some attacks</a:t>
              </a:r>
              <a:endParaRPr lang="en-US"/>
            </a:p>
          </p:txBody>
        </p:sp>
      </p:grpSp>
      <p:sp>
        <p:nvSpPr>
          <p:cNvPr id="2" name="Title 1">
            <a:extLst>
              <a:ext uri="{FF2B5EF4-FFF2-40B4-BE49-F238E27FC236}">
                <a16:creationId xmlns:a16="http://schemas.microsoft.com/office/drawing/2014/main" id="{DE8C910D-5011-FA94-AB03-D1CC952D976E}"/>
              </a:ext>
            </a:extLst>
          </p:cNvPr>
          <p:cNvSpPr>
            <a:spLocks noGrp="1"/>
          </p:cNvSpPr>
          <p:nvPr>
            <p:ph type="title"/>
          </p:nvPr>
        </p:nvSpPr>
        <p:spPr/>
        <p:txBody>
          <a:bodyPr>
            <a:normAutofit fontScale="90000"/>
          </a:bodyPr>
          <a:lstStyle/>
          <a:p>
            <a:r>
              <a:rPr lang="en-US"/>
              <a:t>Key Takeaways</a:t>
            </a:r>
          </a:p>
        </p:txBody>
      </p:sp>
      <p:sp>
        <p:nvSpPr>
          <p:cNvPr id="25" name="Slide Number Placeholder 24">
            <a:extLst>
              <a:ext uri="{FF2B5EF4-FFF2-40B4-BE49-F238E27FC236}">
                <a16:creationId xmlns:a16="http://schemas.microsoft.com/office/drawing/2014/main" id="{59D4B69E-BA68-A2A7-EECA-A438EA278F23}"/>
              </a:ext>
            </a:extLst>
          </p:cNvPr>
          <p:cNvSpPr>
            <a:spLocks noGrp="1"/>
          </p:cNvSpPr>
          <p:nvPr>
            <p:ph type="sldNum" sz="quarter" idx="12"/>
          </p:nvPr>
        </p:nvSpPr>
        <p:spPr/>
        <p:txBody>
          <a:bodyPr/>
          <a:lstStyle/>
          <a:p>
            <a:fld id="{B8661DC6-780D-41F1-B3E6-BAC31697093D}" type="slidenum">
              <a:rPr lang="en-US" smtClean="0"/>
              <a:pPr/>
              <a:t>8</a:t>
            </a:fld>
            <a:endParaRPr lang="en-US"/>
          </a:p>
        </p:txBody>
      </p:sp>
      <p:grpSp>
        <p:nvGrpSpPr>
          <p:cNvPr id="8" name="Group 7">
            <a:extLst>
              <a:ext uri="{FF2B5EF4-FFF2-40B4-BE49-F238E27FC236}">
                <a16:creationId xmlns:a16="http://schemas.microsoft.com/office/drawing/2014/main" id="{CE9F07C4-C81D-2A89-553E-0912ACFF329A}"/>
              </a:ext>
            </a:extLst>
          </p:cNvPr>
          <p:cNvGrpSpPr/>
          <p:nvPr/>
        </p:nvGrpSpPr>
        <p:grpSpPr>
          <a:xfrm>
            <a:off x="9272623" y="2451591"/>
            <a:ext cx="2795826" cy="3031902"/>
            <a:chOff x="9272623" y="2451591"/>
            <a:chExt cx="2795826" cy="3031902"/>
          </a:xfrm>
        </p:grpSpPr>
        <p:sp>
          <p:nvSpPr>
            <p:cNvPr id="15" name="TextBox 14">
              <a:extLst>
                <a:ext uri="{FF2B5EF4-FFF2-40B4-BE49-F238E27FC236}">
                  <a16:creationId xmlns:a16="http://schemas.microsoft.com/office/drawing/2014/main" id="{936B3072-C02C-897E-91B5-B9FBCD60E436}"/>
                </a:ext>
              </a:extLst>
            </p:cNvPr>
            <p:cNvSpPr txBox="1"/>
            <p:nvPr/>
          </p:nvSpPr>
          <p:spPr>
            <a:xfrm>
              <a:off x="9272623" y="4283164"/>
              <a:ext cx="2795826" cy="1200329"/>
            </a:xfrm>
            <a:prstGeom prst="rect">
              <a:avLst/>
            </a:prstGeom>
            <a:noFill/>
          </p:spPr>
          <p:txBody>
            <a:bodyPr wrap="square">
              <a:spAutoFit/>
            </a:bodyPr>
            <a:lstStyle/>
            <a:p>
              <a:pPr algn="ctr"/>
              <a:r>
                <a:rPr lang="en-US" b="1">
                  <a:solidFill>
                    <a:srgbClr val="C00000"/>
                  </a:solidFill>
                </a:rPr>
                <a:t>Shallow Angle Encoded Circuits </a:t>
              </a:r>
              <a:r>
                <a:rPr lang="en-US"/>
                <a:t>are the most </a:t>
              </a:r>
              <a:r>
                <a:rPr lang="en-US" b="1">
                  <a:solidFill>
                    <a:srgbClr val="C00000"/>
                  </a:solidFill>
                </a:rPr>
                <a:t>optimal</a:t>
              </a:r>
              <a:r>
                <a:rPr lang="en-US">
                  <a:solidFill>
                    <a:srgbClr val="C00000"/>
                  </a:solidFill>
                </a:rPr>
                <a:t> </a:t>
              </a:r>
              <a:r>
                <a:rPr lang="en-US"/>
                <a:t>choice</a:t>
              </a:r>
              <a:r>
                <a:rPr lang="en-US">
                  <a:solidFill>
                    <a:srgbClr val="C00000"/>
                  </a:solidFill>
                </a:rPr>
                <a:t> </a:t>
              </a:r>
              <a:r>
                <a:rPr lang="en-US"/>
                <a:t>for </a:t>
              </a:r>
              <a:r>
                <a:rPr lang="en-US" b="1">
                  <a:solidFill>
                    <a:srgbClr val="C00000"/>
                  </a:solidFill>
                </a:rPr>
                <a:t>NISQ</a:t>
              </a:r>
              <a:r>
                <a:rPr lang="en-US"/>
                <a:t> devices  </a:t>
              </a:r>
            </a:p>
          </p:txBody>
        </p:sp>
        <p:pic>
          <p:nvPicPr>
            <p:cNvPr id="1030" name="Picture 6" descr="Scale ">
              <a:extLst>
                <a:ext uri="{FF2B5EF4-FFF2-40B4-BE49-F238E27FC236}">
                  <a16:creationId xmlns:a16="http://schemas.microsoft.com/office/drawing/2014/main" id="{9DFB4BA0-AA1C-4514-60E3-A5DCAA8B1C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07311" y="2451591"/>
              <a:ext cx="2032122" cy="20321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Group 5">
            <a:extLst>
              <a:ext uri="{FF2B5EF4-FFF2-40B4-BE49-F238E27FC236}">
                <a16:creationId xmlns:a16="http://schemas.microsoft.com/office/drawing/2014/main" id="{25C63C2F-7750-E9E1-2DA8-535801F91EB7}"/>
              </a:ext>
            </a:extLst>
          </p:cNvPr>
          <p:cNvGrpSpPr/>
          <p:nvPr/>
        </p:nvGrpSpPr>
        <p:grpSpPr>
          <a:xfrm>
            <a:off x="105728" y="2163730"/>
            <a:ext cx="2924996" cy="3124610"/>
            <a:chOff x="105728" y="2163730"/>
            <a:chExt cx="2924996" cy="3124610"/>
          </a:xfrm>
        </p:grpSpPr>
        <p:sp>
          <p:nvSpPr>
            <p:cNvPr id="5" name="TextBox 4">
              <a:extLst>
                <a:ext uri="{FF2B5EF4-FFF2-40B4-BE49-F238E27FC236}">
                  <a16:creationId xmlns:a16="http://schemas.microsoft.com/office/drawing/2014/main" id="{3B78B300-D664-6D5B-7D77-1F69FCF33AF5}"/>
                </a:ext>
              </a:extLst>
            </p:cNvPr>
            <p:cNvSpPr txBox="1"/>
            <p:nvPr/>
          </p:nvSpPr>
          <p:spPr>
            <a:xfrm>
              <a:off x="105728" y="4365010"/>
              <a:ext cx="2924996" cy="923330"/>
            </a:xfrm>
            <a:prstGeom prst="rect">
              <a:avLst/>
            </a:prstGeom>
            <a:noFill/>
          </p:spPr>
          <p:txBody>
            <a:bodyPr wrap="square">
              <a:spAutoFit/>
            </a:bodyPr>
            <a:lstStyle/>
            <a:p>
              <a:pPr algn="ctr"/>
              <a:r>
                <a:rPr lang="en-US"/>
                <a:t>In </a:t>
              </a:r>
              <a:r>
                <a:rPr lang="en-US" sz="1800"/>
                <a:t>noiseless condition, </a:t>
              </a:r>
              <a:r>
                <a:rPr lang="en-US" sz="1800" b="1">
                  <a:solidFill>
                    <a:srgbClr val="C00000"/>
                  </a:solidFill>
                </a:rPr>
                <a:t>Deep Amplitude Encoded </a:t>
              </a:r>
              <a:r>
                <a:rPr lang="en-US" sz="1800"/>
                <a:t>models perform the best</a:t>
              </a:r>
            </a:p>
          </p:txBody>
        </p:sp>
        <p:pic>
          <p:nvPicPr>
            <p:cNvPr id="1034" name="Picture 10" descr="Ranking ">
              <a:extLst>
                <a:ext uri="{FF2B5EF4-FFF2-40B4-BE49-F238E27FC236}">
                  <a16:creationId xmlns:a16="http://schemas.microsoft.com/office/drawing/2014/main" id="{7B05E86C-4BA7-1278-72E7-7EDAE3FF8B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666" y="2163730"/>
              <a:ext cx="2032122" cy="203212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7105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
          <a:extLst>
            <a:ext uri="{FF2B5EF4-FFF2-40B4-BE49-F238E27FC236}">
              <a16:creationId xmlns:a16="http://schemas.microsoft.com/office/drawing/2014/main" id="{1B5DC62B-C77E-7CF6-2542-C43D9734F51C}"/>
            </a:ext>
          </a:extLst>
        </p:cNvPr>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66CE4A66-1386-E06F-E484-5932D8FE0DF4}"/>
              </a:ext>
            </a:extLst>
          </p:cNvPr>
          <p:cNvCxnSpPr>
            <a:cxnSpLocks/>
          </p:cNvCxnSpPr>
          <p:nvPr/>
        </p:nvCxnSpPr>
        <p:spPr>
          <a:xfrm>
            <a:off x="0" y="6816839"/>
            <a:ext cx="12192000" cy="0"/>
          </a:xfrm>
          <a:prstGeom prst="line">
            <a:avLst/>
          </a:prstGeom>
          <a:ln w="82550" cap="flat">
            <a:solidFill>
              <a:schemeClr val="accent2">
                <a:alpha val="89000"/>
              </a:schemeClr>
            </a:solidFill>
          </a:ln>
        </p:spPr>
        <p:style>
          <a:lnRef idx="3">
            <a:schemeClr val="accent3"/>
          </a:lnRef>
          <a:fillRef idx="0">
            <a:schemeClr val="accent3"/>
          </a:fillRef>
          <a:effectRef idx="2">
            <a:schemeClr val="accent3"/>
          </a:effectRef>
          <a:fontRef idx="minor">
            <a:schemeClr val="tx1"/>
          </a:fontRef>
        </p:style>
      </p:cxnSp>
      <p:sp>
        <p:nvSpPr>
          <p:cNvPr id="12" name="TextBox 11">
            <a:extLst>
              <a:ext uri="{FF2B5EF4-FFF2-40B4-BE49-F238E27FC236}">
                <a16:creationId xmlns:a16="http://schemas.microsoft.com/office/drawing/2014/main" id="{CD385E55-97A5-F483-D159-E272977AE22D}"/>
              </a:ext>
            </a:extLst>
          </p:cNvPr>
          <p:cNvSpPr txBox="1"/>
          <p:nvPr/>
        </p:nvSpPr>
        <p:spPr>
          <a:xfrm>
            <a:off x="1638677" y="291032"/>
            <a:ext cx="4134414" cy="1015663"/>
          </a:xfrm>
          <a:prstGeom prst="rect">
            <a:avLst/>
          </a:prstGeom>
          <a:noFill/>
        </p:spPr>
        <p:txBody>
          <a:bodyPr wrap="square" rtlCol="0">
            <a:spAutoFit/>
          </a:bodyPr>
          <a:lstStyle/>
          <a:p>
            <a:pPr algn="ctr"/>
            <a:r>
              <a:rPr lang="en-US" sz="6000" b="1"/>
              <a:t>Thank you!!</a:t>
            </a:r>
          </a:p>
        </p:txBody>
      </p:sp>
      <p:sp>
        <p:nvSpPr>
          <p:cNvPr id="36" name="AutoShape 2" descr="Generated image: Zero divided by one">
            <a:extLst>
              <a:ext uri="{FF2B5EF4-FFF2-40B4-BE49-F238E27FC236}">
                <a16:creationId xmlns:a16="http://schemas.microsoft.com/office/drawing/2014/main" id="{3F5278C9-FEE8-9C8B-E73F-25C1C7E51F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147527E7-C020-5FD5-A58A-EE2B4F462ADE}"/>
              </a:ext>
            </a:extLst>
          </p:cNvPr>
          <p:cNvSpPr>
            <a:spLocks noGrp="1"/>
          </p:cNvSpPr>
          <p:nvPr>
            <p:ph type="sldNum" sz="quarter" idx="12"/>
          </p:nvPr>
        </p:nvSpPr>
        <p:spPr>
          <a:xfrm>
            <a:off x="9361227" y="6358293"/>
            <a:ext cx="2743200" cy="365125"/>
          </a:xfrm>
        </p:spPr>
        <p:txBody>
          <a:bodyPr/>
          <a:lstStyle/>
          <a:p>
            <a:fld id="{85CE5320-3271-4B8D-BD80-A1F74602E00B}" type="slidenum">
              <a:rPr lang="en-US" smtClean="0"/>
              <a:t>9</a:t>
            </a:fld>
            <a:endParaRPr lang="en-US"/>
          </a:p>
        </p:txBody>
      </p:sp>
      <p:pic>
        <p:nvPicPr>
          <p:cNvPr id="7" name="Graphic 6">
            <a:extLst>
              <a:ext uri="{FF2B5EF4-FFF2-40B4-BE49-F238E27FC236}">
                <a16:creationId xmlns:a16="http://schemas.microsoft.com/office/drawing/2014/main" id="{2582AC5D-1446-C466-010D-04F74364FA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52810" y="2680588"/>
            <a:ext cx="2655138" cy="2655138"/>
          </a:xfrm>
          <a:prstGeom prst="rect">
            <a:avLst/>
          </a:prstGeom>
        </p:spPr>
      </p:pic>
      <p:sp>
        <p:nvSpPr>
          <p:cNvPr id="9" name="TextBox 8">
            <a:extLst>
              <a:ext uri="{FF2B5EF4-FFF2-40B4-BE49-F238E27FC236}">
                <a16:creationId xmlns:a16="http://schemas.microsoft.com/office/drawing/2014/main" id="{F2F51F43-F1B7-B98C-57CF-5AAAC5128C48}"/>
              </a:ext>
            </a:extLst>
          </p:cNvPr>
          <p:cNvSpPr txBox="1"/>
          <p:nvPr/>
        </p:nvSpPr>
        <p:spPr>
          <a:xfrm>
            <a:off x="8294956" y="2063947"/>
            <a:ext cx="3076196" cy="523220"/>
          </a:xfrm>
          <a:prstGeom prst="rect">
            <a:avLst/>
          </a:prstGeom>
          <a:noFill/>
        </p:spPr>
        <p:txBody>
          <a:bodyPr wrap="square">
            <a:spAutoFit/>
          </a:bodyPr>
          <a:lstStyle/>
          <a:p>
            <a:pPr algn="ctr"/>
            <a:r>
              <a:rPr lang="en-US" sz="2800" b="1">
                <a:solidFill>
                  <a:srgbClr val="EC5C00"/>
                </a:solidFill>
              </a:rPr>
              <a:t>Project webpage</a:t>
            </a:r>
          </a:p>
        </p:txBody>
      </p:sp>
      <p:pic>
        <p:nvPicPr>
          <p:cNvPr id="11" name="Picture 10">
            <a:extLst>
              <a:ext uri="{FF2B5EF4-FFF2-40B4-BE49-F238E27FC236}">
                <a16:creationId xmlns:a16="http://schemas.microsoft.com/office/drawing/2014/main" id="{D58BA063-E544-DE7D-1FE3-1CEF613888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352" y="2426328"/>
            <a:ext cx="6212469" cy="4259978"/>
          </a:xfrm>
          <a:prstGeom prst="rect">
            <a:avLst/>
          </a:prstGeom>
        </p:spPr>
      </p:pic>
      <p:sp>
        <p:nvSpPr>
          <p:cNvPr id="13" name="TextBox 12">
            <a:extLst>
              <a:ext uri="{FF2B5EF4-FFF2-40B4-BE49-F238E27FC236}">
                <a16:creationId xmlns:a16="http://schemas.microsoft.com/office/drawing/2014/main" id="{E6794E99-2578-F0FB-EBA4-26BC7F192320}"/>
              </a:ext>
            </a:extLst>
          </p:cNvPr>
          <p:cNvSpPr txBox="1"/>
          <p:nvPr/>
        </p:nvSpPr>
        <p:spPr>
          <a:xfrm>
            <a:off x="1883594" y="1903108"/>
            <a:ext cx="3076196" cy="523220"/>
          </a:xfrm>
          <a:prstGeom prst="rect">
            <a:avLst/>
          </a:prstGeom>
          <a:noFill/>
        </p:spPr>
        <p:txBody>
          <a:bodyPr wrap="square">
            <a:spAutoFit/>
          </a:bodyPr>
          <a:lstStyle/>
          <a:p>
            <a:pPr algn="ctr"/>
            <a:r>
              <a:rPr lang="en-US" sz="2800" b="1">
                <a:solidFill>
                  <a:srgbClr val="EC5C00"/>
                </a:solidFill>
              </a:rPr>
              <a:t>Visit our Poster</a:t>
            </a:r>
          </a:p>
        </p:txBody>
      </p:sp>
    </p:spTree>
    <p:extLst>
      <p:ext uri="{BB962C8B-B14F-4D97-AF65-F5344CB8AC3E}">
        <p14:creationId xmlns:p14="http://schemas.microsoft.com/office/powerpoint/2010/main" val="151238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3D629-B871-A71B-F613-2D2A08832B40}"/>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7E92242D-4957-E1A4-178D-1889A9F22E33}"/>
              </a:ext>
            </a:extLst>
          </p:cNvPr>
          <p:cNvSpPr txBox="1"/>
          <p:nvPr/>
        </p:nvSpPr>
        <p:spPr>
          <a:xfrm>
            <a:off x="30351" y="0"/>
            <a:ext cx="11731318" cy="646331"/>
          </a:xfrm>
          <a:prstGeom prst="rect">
            <a:avLst/>
          </a:prstGeom>
          <a:noFill/>
        </p:spPr>
        <p:txBody>
          <a:bodyPr wrap="square" rtlCol="0">
            <a:spAutoFit/>
          </a:bodyPr>
          <a:lstStyle/>
          <a:p>
            <a:endParaRPr lang="en-US" sz="3600"/>
          </a:p>
        </p:txBody>
      </p:sp>
      <p:pic>
        <p:nvPicPr>
          <p:cNvPr id="216" name="Picture 215">
            <a:extLst>
              <a:ext uri="{FF2B5EF4-FFF2-40B4-BE49-F238E27FC236}">
                <a16:creationId xmlns:a16="http://schemas.microsoft.com/office/drawing/2014/main" id="{A9BC5801-4EC5-16A0-90C3-AD87427EADE6}"/>
              </a:ext>
            </a:extLst>
          </p:cNvPr>
          <p:cNvPicPr>
            <a:picLocks noChangeAspect="1"/>
          </p:cNvPicPr>
          <p:nvPr/>
        </p:nvPicPr>
        <p:blipFill>
          <a:blip r:embed="rId3"/>
          <a:stretch>
            <a:fillRect/>
          </a:stretch>
        </p:blipFill>
        <p:spPr>
          <a:xfrm>
            <a:off x="6388648" y="4269295"/>
            <a:ext cx="9525" cy="9525"/>
          </a:xfrm>
          <a:prstGeom prst="rect">
            <a:avLst/>
          </a:prstGeom>
        </p:spPr>
      </p:pic>
      <p:grpSp>
        <p:nvGrpSpPr>
          <p:cNvPr id="43" name="Group 42">
            <a:extLst>
              <a:ext uri="{FF2B5EF4-FFF2-40B4-BE49-F238E27FC236}">
                <a16:creationId xmlns:a16="http://schemas.microsoft.com/office/drawing/2014/main" id="{23AC2621-29F6-0E19-C711-08F202C69E81}"/>
              </a:ext>
            </a:extLst>
          </p:cNvPr>
          <p:cNvGrpSpPr/>
          <p:nvPr/>
        </p:nvGrpSpPr>
        <p:grpSpPr>
          <a:xfrm>
            <a:off x="801557" y="1148676"/>
            <a:ext cx="2010996" cy="2288665"/>
            <a:chOff x="801557" y="1194396"/>
            <a:chExt cx="2010996" cy="2288665"/>
          </a:xfrm>
        </p:grpSpPr>
        <p:pic>
          <p:nvPicPr>
            <p:cNvPr id="9" name="Picture 8">
              <a:extLst>
                <a:ext uri="{FF2B5EF4-FFF2-40B4-BE49-F238E27FC236}">
                  <a16:creationId xmlns:a16="http://schemas.microsoft.com/office/drawing/2014/main" id="{A499658E-2811-3BC5-1228-D6A9672B6E0F}"/>
                </a:ext>
              </a:extLst>
            </p:cNvPr>
            <p:cNvPicPr>
              <a:picLocks noChangeAspect="1"/>
            </p:cNvPicPr>
            <p:nvPr/>
          </p:nvPicPr>
          <p:blipFill>
            <a:blip r:embed="rId4"/>
            <a:stretch>
              <a:fillRect/>
            </a:stretch>
          </p:blipFill>
          <p:spPr>
            <a:xfrm>
              <a:off x="801557" y="1194396"/>
              <a:ext cx="2010996" cy="2010996"/>
            </a:xfrm>
            <a:prstGeom prst="rect">
              <a:avLst/>
            </a:prstGeom>
          </p:spPr>
        </p:pic>
        <p:sp>
          <p:nvSpPr>
            <p:cNvPr id="5" name="TextBox 4">
              <a:extLst>
                <a:ext uri="{FF2B5EF4-FFF2-40B4-BE49-F238E27FC236}">
                  <a16:creationId xmlns:a16="http://schemas.microsoft.com/office/drawing/2014/main" id="{A1748911-AE3B-3638-CC75-6EA54A44F737}"/>
                </a:ext>
              </a:extLst>
            </p:cNvPr>
            <p:cNvSpPr txBox="1"/>
            <p:nvPr/>
          </p:nvSpPr>
          <p:spPr>
            <a:xfrm>
              <a:off x="1142647" y="3144507"/>
              <a:ext cx="1634365" cy="338554"/>
            </a:xfrm>
            <a:prstGeom prst="rect">
              <a:avLst/>
            </a:prstGeom>
            <a:noFill/>
          </p:spPr>
          <p:txBody>
            <a:bodyPr wrap="square" rtlCol="0">
              <a:spAutoFit/>
            </a:bodyPr>
            <a:lstStyle/>
            <a:p>
              <a:r>
                <a:rPr lang="en-US" sz="1600"/>
                <a:t>Classical Data</a:t>
              </a:r>
            </a:p>
          </p:txBody>
        </p:sp>
      </p:grpSp>
      <p:grpSp>
        <p:nvGrpSpPr>
          <p:cNvPr id="44" name="Group 43">
            <a:extLst>
              <a:ext uri="{FF2B5EF4-FFF2-40B4-BE49-F238E27FC236}">
                <a16:creationId xmlns:a16="http://schemas.microsoft.com/office/drawing/2014/main" id="{B7BBDCB1-433B-A306-7417-6B7B0918935F}"/>
              </a:ext>
            </a:extLst>
          </p:cNvPr>
          <p:cNvGrpSpPr/>
          <p:nvPr/>
        </p:nvGrpSpPr>
        <p:grpSpPr>
          <a:xfrm>
            <a:off x="2869170" y="1255029"/>
            <a:ext cx="823889" cy="2071711"/>
            <a:chOff x="2869170" y="1300749"/>
            <a:chExt cx="823889" cy="2071711"/>
          </a:xfrm>
        </p:grpSpPr>
        <p:pic>
          <p:nvPicPr>
            <p:cNvPr id="13" name="Picture 12">
              <a:extLst>
                <a:ext uri="{FF2B5EF4-FFF2-40B4-BE49-F238E27FC236}">
                  <a16:creationId xmlns:a16="http://schemas.microsoft.com/office/drawing/2014/main" id="{77E06378-4C10-6B54-691E-5F91FF39A147}"/>
                </a:ext>
              </a:extLst>
            </p:cNvPr>
            <p:cNvPicPr>
              <a:picLocks noChangeAspect="1"/>
            </p:cNvPicPr>
            <p:nvPr/>
          </p:nvPicPr>
          <p:blipFill>
            <a:blip r:embed="rId5"/>
            <a:stretch>
              <a:fillRect/>
            </a:stretch>
          </p:blipFill>
          <p:spPr>
            <a:xfrm>
              <a:off x="2884677" y="1300749"/>
              <a:ext cx="441742" cy="1849324"/>
            </a:xfrm>
            <a:prstGeom prst="rect">
              <a:avLst/>
            </a:prstGeom>
          </p:spPr>
        </p:pic>
        <p:sp>
          <p:nvSpPr>
            <p:cNvPr id="6" name="TextBox 5">
              <a:extLst>
                <a:ext uri="{FF2B5EF4-FFF2-40B4-BE49-F238E27FC236}">
                  <a16:creationId xmlns:a16="http://schemas.microsoft.com/office/drawing/2014/main" id="{4B28FBF2-DC30-5F02-41D8-C0B21C260765}"/>
                </a:ext>
              </a:extLst>
            </p:cNvPr>
            <p:cNvSpPr txBox="1"/>
            <p:nvPr/>
          </p:nvSpPr>
          <p:spPr>
            <a:xfrm>
              <a:off x="2869170" y="3033906"/>
              <a:ext cx="823889" cy="338554"/>
            </a:xfrm>
            <a:prstGeom prst="rect">
              <a:avLst/>
            </a:prstGeom>
            <a:noFill/>
          </p:spPr>
          <p:txBody>
            <a:bodyPr wrap="square" rtlCol="0">
              <a:spAutoFit/>
            </a:bodyPr>
            <a:lstStyle/>
            <a:p>
              <a:r>
                <a:rPr lang="en-US" sz="1600"/>
                <a:t>Qubits</a:t>
              </a:r>
            </a:p>
          </p:txBody>
        </p:sp>
      </p:grpSp>
      <p:grpSp>
        <p:nvGrpSpPr>
          <p:cNvPr id="45" name="Group 44">
            <a:extLst>
              <a:ext uri="{FF2B5EF4-FFF2-40B4-BE49-F238E27FC236}">
                <a16:creationId xmlns:a16="http://schemas.microsoft.com/office/drawing/2014/main" id="{7A9AB444-D4C5-AF10-A73B-D50663EA4D38}"/>
              </a:ext>
            </a:extLst>
          </p:cNvPr>
          <p:cNvGrpSpPr/>
          <p:nvPr/>
        </p:nvGrpSpPr>
        <p:grpSpPr>
          <a:xfrm>
            <a:off x="1806368" y="916475"/>
            <a:ext cx="2975415" cy="2450289"/>
            <a:chOff x="1806368" y="962195"/>
            <a:chExt cx="2975415" cy="2450289"/>
          </a:xfrm>
        </p:grpSpPr>
        <p:grpSp>
          <p:nvGrpSpPr>
            <p:cNvPr id="114" name="Group 113">
              <a:extLst>
                <a:ext uri="{FF2B5EF4-FFF2-40B4-BE49-F238E27FC236}">
                  <a16:creationId xmlns:a16="http://schemas.microsoft.com/office/drawing/2014/main" id="{FB01AD22-2F97-4430-437A-6921FF7C708E}"/>
                </a:ext>
              </a:extLst>
            </p:cNvPr>
            <p:cNvGrpSpPr/>
            <p:nvPr/>
          </p:nvGrpSpPr>
          <p:grpSpPr>
            <a:xfrm>
              <a:off x="1806368" y="962195"/>
              <a:ext cx="2721777" cy="2227846"/>
              <a:chOff x="1806368" y="1403886"/>
              <a:chExt cx="2721777" cy="2227846"/>
            </a:xfrm>
          </p:grpSpPr>
          <p:cxnSp>
            <p:nvCxnSpPr>
              <p:cNvPr id="18" name="Straight Connector 17">
                <a:extLst>
                  <a:ext uri="{FF2B5EF4-FFF2-40B4-BE49-F238E27FC236}">
                    <a16:creationId xmlns:a16="http://schemas.microsoft.com/office/drawing/2014/main" id="{986A3682-EEBD-C0E2-ADA9-016A1BA8B846}"/>
                  </a:ext>
                </a:extLst>
              </p:cNvPr>
              <p:cNvCxnSpPr>
                <a:cxnSpLocks/>
              </p:cNvCxnSpPr>
              <p:nvPr/>
            </p:nvCxnSpPr>
            <p:spPr>
              <a:xfrm>
                <a:off x="3235833" y="1977209"/>
                <a:ext cx="778383"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C228300E-8378-1A21-EBF6-16DA5BAD426E}"/>
                  </a:ext>
                </a:extLst>
              </p:cNvPr>
              <p:cNvCxnSpPr>
                <a:cxnSpLocks/>
                <a:endCxn id="83" idx="0"/>
              </p:cNvCxnSpPr>
              <p:nvPr/>
            </p:nvCxnSpPr>
            <p:spPr>
              <a:xfrm>
                <a:off x="1806368" y="1403886"/>
                <a:ext cx="2426124" cy="33855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AA964DED-4A41-2A86-A1B1-442C7B901EFA}"/>
                  </a:ext>
                </a:extLst>
              </p:cNvPr>
              <p:cNvCxnSpPr>
                <a:cxnSpLocks/>
              </p:cNvCxnSpPr>
              <p:nvPr/>
            </p:nvCxnSpPr>
            <p:spPr>
              <a:xfrm>
                <a:off x="1806368" y="1403886"/>
                <a:ext cx="0" cy="239139"/>
              </a:xfrm>
              <a:prstGeom prst="line">
                <a:avLst/>
              </a:prstGeom>
            </p:spPr>
            <p:style>
              <a:lnRef idx="2">
                <a:schemeClr val="accent1"/>
              </a:lnRef>
              <a:fillRef idx="0">
                <a:schemeClr val="accent1"/>
              </a:fillRef>
              <a:effectRef idx="1">
                <a:schemeClr val="accent1"/>
              </a:effectRef>
              <a:fontRef idx="minor">
                <a:schemeClr val="tx1"/>
              </a:fontRef>
            </p:style>
          </p:cxnSp>
          <p:pic>
            <p:nvPicPr>
              <p:cNvPr id="83" name="Picture 82">
                <a:extLst>
                  <a:ext uri="{FF2B5EF4-FFF2-40B4-BE49-F238E27FC236}">
                    <a16:creationId xmlns:a16="http://schemas.microsoft.com/office/drawing/2014/main" id="{5C2A9830-420D-23BB-DDFE-B640C38D6FF9}"/>
                  </a:ext>
                </a:extLst>
              </p:cNvPr>
              <p:cNvPicPr>
                <a:picLocks noChangeAspect="1"/>
              </p:cNvPicPr>
              <p:nvPr/>
            </p:nvPicPr>
            <p:blipFill>
              <a:blip r:embed="rId6"/>
              <a:stretch>
                <a:fillRect/>
              </a:stretch>
            </p:blipFill>
            <p:spPr>
              <a:xfrm>
                <a:off x="3936839" y="1742440"/>
                <a:ext cx="591306" cy="1889292"/>
              </a:xfrm>
              <a:prstGeom prst="rect">
                <a:avLst/>
              </a:prstGeom>
            </p:spPr>
          </p:pic>
          <p:cxnSp>
            <p:nvCxnSpPr>
              <p:cNvPr id="104" name="Straight Connector 103">
                <a:extLst>
                  <a:ext uri="{FF2B5EF4-FFF2-40B4-BE49-F238E27FC236}">
                    <a16:creationId xmlns:a16="http://schemas.microsoft.com/office/drawing/2014/main" id="{D1F34202-BD9E-F610-EBF2-0048B85A9A75}"/>
                  </a:ext>
                </a:extLst>
              </p:cNvPr>
              <p:cNvCxnSpPr>
                <a:cxnSpLocks/>
              </p:cNvCxnSpPr>
              <p:nvPr/>
            </p:nvCxnSpPr>
            <p:spPr>
              <a:xfrm>
                <a:off x="3247788" y="2419352"/>
                <a:ext cx="766428"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8B8F8796-06F9-8B0E-C0C6-309C9C88EFFE}"/>
                  </a:ext>
                </a:extLst>
              </p:cNvPr>
              <p:cNvCxnSpPr>
                <a:cxnSpLocks/>
              </p:cNvCxnSpPr>
              <p:nvPr/>
            </p:nvCxnSpPr>
            <p:spPr>
              <a:xfrm>
                <a:off x="3247788" y="2901158"/>
                <a:ext cx="766428"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92AA3BB8-0848-1357-5FB7-284A3E7F1C74}"/>
                  </a:ext>
                </a:extLst>
              </p:cNvPr>
              <p:cNvCxnSpPr>
                <a:cxnSpLocks/>
              </p:cNvCxnSpPr>
              <p:nvPr/>
            </p:nvCxnSpPr>
            <p:spPr>
              <a:xfrm>
                <a:off x="3226907" y="3339284"/>
                <a:ext cx="787309"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B639D85F-0C32-176D-78C5-9A119E8E4FD3}"/>
                </a:ext>
              </a:extLst>
            </p:cNvPr>
            <p:cNvSpPr txBox="1"/>
            <p:nvPr/>
          </p:nvSpPr>
          <p:spPr>
            <a:xfrm>
              <a:off x="3739651" y="3073930"/>
              <a:ext cx="1042132" cy="338554"/>
            </a:xfrm>
            <a:prstGeom prst="rect">
              <a:avLst/>
            </a:prstGeom>
            <a:noFill/>
          </p:spPr>
          <p:txBody>
            <a:bodyPr wrap="square" rtlCol="0">
              <a:spAutoFit/>
            </a:bodyPr>
            <a:lstStyle/>
            <a:p>
              <a:r>
                <a:rPr lang="en-US" sz="1600"/>
                <a:t>Encoding</a:t>
              </a:r>
            </a:p>
          </p:txBody>
        </p:sp>
      </p:grpSp>
      <p:grpSp>
        <p:nvGrpSpPr>
          <p:cNvPr id="48" name="Group 47">
            <a:extLst>
              <a:ext uri="{FF2B5EF4-FFF2-40B4-BE49-F238E27FC236}">
                <a16:creationId xmlns:a16="http://schemas.microsoft.com/office/drawing/2014/main" id="{A900C777-0FC0-A927-79D7-E8DC18928C6B}"/>
              </a:ext>
            </a:extLst>
          </p:cNvPr>
          <p:cNvGrpSpPr/>
          <p:nvPr/>
        </p:nvGrpSpPr>
        <p:grpSpPr>
          <a:xfrm>
            <a:off x="7627431" y="1098500"/>
            <a:ext cx="1571649" cy="2332051"/>
            <a:chOff x="7793506" y="1153518"/>
            <a:chExt cx="1505585" cy="2332051"/>
          </a:xfrm>
        </p:grpSpPr>
        <p:pic>
          <p:nvPicPr>
            <p:cNvPr id="63" name="Picture 62">
              <a:extLst>
                <a:ext uri="{FF2B5EF4-FFF2-40B4-BE49-F238E27FC236}">
                  <a16:creationId xmlns:a16="http://schemas.microsoft.com/office/drawing/2014/main" id="{01EBADB4-22A8-186E-7499-0B1680A7F756}"/>
                </a:ext>
              </a:extLst>
            </p:cNvPr>
            <p:cNvPicPr>
              <a:picLocks noChangeAspect="1"/>
            </p:cNvPicPr>
            <p:nvPr/>
          </p:nvPicPr>
          <p:blipFill>
            <a:blip r:embed="rId7"/>
            <a:stretch>
              <a:fillRect/>
            </a:stretch>
          </p:blipFill>
          <p:spPr>
            <a:xfrm>
              <a:off x="8076751" y="1153518"/>
              <a:ext cx="770467" cy="2088922"/>
            </a:xfrm>
            <a:prstGeom prst="rect">
              <a:avLst/>
            </a:prstGeom>
          </p:spPr>
        </p:pic>
        <p:sp>
          <p:nvSpPr>
            <p:cNvPr id="10" name="TextBox 9">
              <a:extLst>
                <a:ext uri="{FF2B5EF4-FFF2-40B4-BE49-F238E27FC236}">
                  <a16:creationId xmlns:a16="http://schemas.microsoft.com/office/drawing/2014/main" id="{C7EB7FA1-2E79-A2AF-9463-571A86DB3BB4}"/>
                </a:ext>
              </a:extLst>
            </p:cNvPr>
            <p:cNvSpPr txBox="1"/>
            <p:nvPr/>
          </p:nvSpPr>
          <p:spPr>
            <a:xfrm>
              <a:off x="7793506" y="3147015"/>
              <a:ext cx="1505585" cy="338554"/>
            </a:xfrm>
            <a:prstGeom prst="rect">
              <a:avLst/>
            </a:prstGeom>
            <a:noFill/>
          </p:spPr>
          <p:txBody>
            <a:bodyPr wrap="square" rtlCol="0">
              <a:spAutoFit/>
            </a:bodyPr>
            <a:lstStyle/>
            <a:p>
              <a:pPr algn="ctr"/>
              <a:r>
                <a:rPr lang="en-US" sz="1600"/>
                <a:t>Measurements</a:t>
              </a:r>
            </a:p>
          </p:txBody>
        </p:sp>
      </p:grpSp>
      <p:grpSp>
        <p:nvGrpSpPr>
          <p:cNvPr id="49" name="Group 48">
            <a:extLst>
              <a:ext uri="{FF2B5EF4-FFF2-40B4-BE49-F238E27FC236}">
                <a16:creationId xmlns:a16="http://schemas.microsoft.com/office/drawing/2014/main" id="{4B35308A-6414-008D-D064-A181055C6690}"/>
              </a:ext>
            </a:extLst>
          </p:cNvPr>
          <p:cNvGrpSpPr/>
          <p:nvPr/>
        </p:nvGrpSpPr>
        <p:grpSpPr>
          <a:xfrm>
            <a:off x="6259670" y="755702"/>
            <a:ext cx="5160956" cy="2472824"/>
            <a:chOff x="6259670" y="801422"/>
            <a:chExt cx="5160956" cy="2472824"/>
          </a:xfrm>
        </p:grpSpPr>
        <p:grpSp>
          <p:nvGrpSpPr>
            <p:cNvPr id="77" name="Group 76">
              <a:extLst>
                <a:ext uri="{FF2B5EF4-FFF2-40B4-BE49-F238E27FC236}">
                  <a16:creationId xmlns:a16="http://schemas.microsoft.com/office/drawing/2014/main" id="{5244B53B-EAF6-0ACF-2D9B-9EF73FDA28BB}"/>
                </a:ext>
              </a:extLst>
            </p:cNvPr>
            <p:cNvGrpSpPr/>
            <p:nvPr/>
          </p:nvGrpSpPr>
          <p:grpSpPr>
            <a:xfrm>
              <a:off x="8562303" y="1378249"/>
              <a:ext cx="2814654" cy="1552216"/>
              <a:chOff x="8067332" y="1966465"/>
              <a:chExt cx="3505255" cy="2075615"/>
            </a:xfrm>
          </p:grpSpPr>
          <p:pic>
            <p:nvPicPr>
              <p:cNvPr id="65" name="Picture 4" descr="How to understand gradient descent? | Dezhi Yu">
                <a:extLst>
                  <a:ext uri="{FF2B5EF4-FFF2-40B4-BE49-F238E27FC236}">
                    <a16:creationId xmlns:a16="http://schemas.microsoft.com/office/drawing/2014/main" id="{2BD9C7C5-F5DC-ED05-1B5B-C0E8733A0D6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50585" y="1966465"/>
                <a:ext cx="2722002" cy="2075615"/>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Straight Arrow Connector 66">
                <a:extLst>
                  <a:ext uri="{FF2B5EF4-FFF2-40B4-BE49-F238E27FC236}">
                    <a16:creationId xmlns:a16="http://schemas.microsoft.com/office/drawing/2014/main" id="{88F62CE6-9D9B-2313-B78A-B7BDC5D1C7C3}"/>
                  </a:ext>
                </a:extLst>
              </p:cNvPr>
              <p:cNvCxnSpPr>
                <a:cxnSpLocks/>
              </p:cNvCxnSpPr>
              <p:nvPr/>
            </p:nvCxnSpPr>
            <p:spPr>
              <a:xfrm flipV="1">
                <a:off x="8067332" y="3721951"/>
                <a:ext cx="827792" cy="308522"/>
              </a:xfrm>
              <a:prstGeom prst="straightConnector1">
                <a:avLst/>
              </a:prstGeom>
              <a:ln w="12700">
                <a:solidFill>
                  <a:schemeClr val="bg2">
                    <a:lumMod val="2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41E39388-6809-5360-6067-E21D0A374572}"/>
                  </a:ext>
                </a:extLst>
              </p:cNvPr>
              <p:cNvCxnSpPr>
                <a:cxnSpLocks/>
              </p:cNvCxnSpPr>
              <p:nvPr/>
            </p:nvCxnSpPr>
            <p:spPr>
              <a:xfrm flipV="1">
                <a:off x="8067332" y="3305056"/>
                <a:ext cx="827792" cy="75729"/>
              </a:xfrm>
              <a:prstGeom prst="straightConnector1">
                <a:avLst/>
              </a:prstGeom>
              <a:ln w="12700">
                <a:solidFill>
                  <a:schemeClr val="bg2">
                    <a:lumMod val="2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9F9F3E3B-5DF4-0C80-A67A-C47EE73E7278}"/>
                  </a:ext>
                </a:extLst>
              </p:cNvPr>
              <p:cNvCxnSpPr>
                <a:cxnSpLocks/>
              </p:cNvCxnSpPr>
              <p:nvPr/>
            </p:nvCxnSpPr>
            <p:spPr>
              <a:xfrm>
                <a:off x="8067332" y="2719256"/>
                <a:ext cx="827793" cy="118802"/>
              </a:xfrm>
              <a:prstGeom prst="straightConnector1">
                <a:avLst/>
              </a:prstGeom>
              <a:ln w="12700">
                <a:solidFill>
                  <a:schemeClr val="bg2">
                    <a:lumMod val="2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8F7C9297-33E0-BF0C-8FC1-716C54A2B6FE}"/>
                  </a:ext>
                </a:extLst>
              </p:cNvPr>
              <p:cNvCxnSpPr>
                <a:cxnSpLocks/>
              </p:cNvCxnSpPr>
              <p:nvPr/>
            </p:nvCxnSpPr>
            <p:spPr>
              <a:xfrm>
                <a:off x="8067332" y="2110485"/>
                <a:ext cx="827793" cy="216620"/>
              </a:xfrm>
              <a:prstGeom prst="straightConnector1">
                <a:avLst/>
              </a:prstGeom>
              <a:ln w="12700">
                <a:solidFill>
                  <a:schemeClr val="bg2">
                    <a:lumMod val="2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grpSp>
        <p:grpSp>
          <p:nvGrpSpPr>
            <p:cNvPr id="117" name="Group 116">
              <a:extLst>
                <a:ext uri="{FF2B5EF4-FFF2-40B4-BE49-F238E27FC236}">
                  <a16:creationId xmlns:a16="http://schemas.microsoft.com/office/drawing/2014/main" id="{E54252D2-79CF-F665-5137-20AE82330E29}"/>
                </a:ext>
              </a:extLst>
            </p:cNvPr>
            <p:cNvGrpSpPr/>
            <p:nvPr/>
          </p:nvGrpSpPr>
          <p:grpSpPr>
            <a:xfrm>
              <a:off x="6259670" y="801422"/>
              <a:ext cx="4024427" cy="576827"/>
              <a:chOff x="6259670" y="1243113"/>
              <a:chExt cx="4024427" cy="576827"/>
            </a:xfrm>
          </p:grpSpPr>
          <p:cxnSp>
            <p:nvCxnSpPr>
              <p:cNvPr id="79" name="Connector: Elbow 78">
                <a:extLst>
                  <a:ext uri="{FF2B5EF4-FFF2-40B4-BE49-F238E27FC236}">
                    <a16:creationId xmlns:a16="http://schemas.microsoft.com/office/drawing/2014/main" id="{97374340-B652-DC8B-9C8D-EA0DB4C8B9FE}"/>
                  </a:ext>
                </a:extLst>
              </p:cNvPr>
              <p:cNvCxnSpPr>
                <a:cxnSpLocks/>
                <a:stCxn id="65" idx="0"/>
                <a:endCxn id="64" idx="0"/>
              </p:cNvCxnSpPr>
              <p:nvPr/>
            </p:nvCxnSpPr>
            <p:spPr>
              <a:xfrm rot="16200000" flipV="1">
                <a:off x="8203974" y="-260183"/>
                <a:ext cx="135819" cy="4024427"/>
              </a:xfrm>
              <a:prstGeom prst="bentConnector3">
                <a:avLst>
                  <a:gd name="adj1" fmla="val 268312"/>
                </a:avLst>
              </a:prstGeom>
              <a:ln>
                <a:prstDash val="dash"/>
                <a:tailEnd type="triangle"/>
              </a:ln>
            </p:spPr>
            <p:style>
              <a:lnRef idx="2">
                <a:schemeClr val="accent1"/>
              </a:lnRef>
              <a:fillRef idx="0">
                <a:schemeClr val="accent1"/>
              </a:fillRef>
              <a:effectRef idx="1">
                <a:schemeClr val="accent1"/>
              </a:effectRef>
              <a:fontRef idx="minor">
                <a:schemeClr val="tx1"/>
              </a:fontRef>
            </p:style>
          </p:cxnSp>
          <p:pic>
            <p:nvPicPr>
              <p:cNvPr id="88" name="Picture 87">
                <a:extLst>
                  <a:ext uri="{FF2B5EF4-FFF2-40B4-BE49-F238E27FC236}">
                    <a16:creationId xmlns:a16="http://schemas.microsoft.com/office/drawing/2014/main" id="{3EDDFD3F-53AF-BCD7-C419-2780481B08A4}"/>
                  </a:ext>
                </a:extLst>
              </p:cNvPr>
              <p:cNvPicPr>
                <a:picLocks noChangeAspect="1"/>
              </p:cNvPicPr>
              <p:nvPr/>
            </p:nvPicPr>
            <p:blipFill>
              <a:blip r:embed="rId9"/>
              <a:stretch>
                <a:fillRect/>
              </a:stretch>
            </p:blipFill>
            <p:spPr>
              <a:xfrm>
                <a:off x="8195298" y="1243113"/>
                <a:ext cx="188992" cy="249958"/>
              </a:xfrm>
              <a:prstGeom prst="rect">
                <a:avLst/>
              </a:prstGeom>
            </p:spPr>
          </p:pic>
        </p:grpSp>
        <p:sp>
          <p:nvSpPr>
            <p:cNvPr id="11" name="TextBox 10">
              <a:extLst>
                <a:ext uri="{FF2B5EF4-FFF2-40B4-BE49-F238E27FC236}">
                  <a16:creationId xmlns:a16="http://schemas.microsoft.com/office/drawing/2014/main" id="{0FDBA2D6-F393-6268-5153-0FA4B2389EA9}"/>
                </a:ext>
              </a:extLst>
            </p:cNvPr>
            <p:cNvSpPr txBox="1"/>
            <p:nvPr/>
          </p:nvSpPr>
          <p:spPr>
            <a:xfrm>
              <a:off x="9475431" y="2935692"/>
              <a:ext cx="1945195" cy="338554"/>
            </a:xfrm>
            <a:prstGeom prst="rect">
              <a:avLst/>
            </a:prstGeom>
            <a:noFill/>
          </p:spPr>
          <p:txBody>
            <a:bodyPr wrap="square" rtlCol="0">
              <a:spAutoFit/>
            </a:bodyPr>
            <a:lstStyle/>
            <a:p>
              <a:r>
                <a:rPr lang="en-US" sz="1600"/>
                <a:t>Classical Optimizer</a:t>
              </a:r>
            </a:p>
          </p:txBody>
        </p:sp>
      </p:grpSp>
      <p:grpSp>
        <p:nvGrpSpPr>
          <p:cNvPr id="16" name="Group 15">
            <a:extLst>
              <a:ext uri="{FF2B5EF4-FFF2-40B4-BE49-F238E27FC236}">
                <a16:creationId xmlns:a16="http://schemas.microsoft.com/office/drawing/2014/main" id="{88CE48D1-6A2D-2678-22E2-352733C024B0}"/>
              </a:ext>
            </a:extLst>
          </p:cNvPr>
          <p:cNvGrpSpPr/>
          <p:nvPr/>
        </p:nvGrpSpPr>
        <p:grpSpPr>
          <a:xfrm>
            <a:off x="71222" y="4037291"/>
            <a:ext cx="6486896" cy="2771278"/>
            <a:chOff x="71222" y="4037291"/>
            <a:chExt cx="6486896" cy="2771278"/>
          </a:xfrm>
        </p:grpSpPr>
        <p:sp>
          <p:nvSpPr>
            <p:cNvPr id="141" name="TextBox 140">
              <a:extLst>
                <a:ext uri="{FF2B5EF4-FFF2-40B4-BE49-F238E27FC236}">
                  <a16:creationId xmlns:a16="http://schemas.microsoft.com/office/drawing/2014/main" id="{199D7481-5FA1-819F-2E7F-F0C67E59B6FC}"/>
                </a:ext>
              </a:extLst>
            </p:cNvPr>
            <p:cNvSpPr txBox="1"/>
            <p:nvPr/>
          </p:nvSpPr>
          <p:spPr>
            <a:xfrm>
              <a:off x="71222" y="5285661"/>
              <a:ext cx="962267" cy="307777"/>
            </a:xfrm>
            <a:prstGeom prst="rect">
              <a:avLst/>
            </a:prstGeom>
            <a:noFill/>
          </p:spPr>
          <p:txBody>
            <a:bodyPr wrap="square" rtlCol="0">
              <a:spAutoFit/>
            </a:bodyPr>
            <a:lstStyle/>
            <a:p>
              <a:r>
                <a:rPr lang="en-US" sz="1400"/>
                <a:t>V = [4,8,5]</a:t>
              </a:r>
            </a:p>
          </p:txBody>
        </p:sp>
        <p:grpSp>
          <p:nvGrpSpPr>
            <p:cNvPr id="99" name="Group 98">
              <a:extLst>
                <a:ext uri="{FF2B5EF4-FFF2-40B4-BE49-F238E27FC236}">
                  <a16:creationId xmlns:a16="http://schemas.microsoft.com/office/drawing/2014/main" id="{3340BD96-61CA-6697-0850-73516BBDB997}"/>
                </a:ext>
              </a:extLst>
            </p:cNvPr>
            <p:cNvGrpSpPr/>
            <p:nvPr/>
          </p:nvGrpSpPr>
          <p:grpSpPr>
            <a:xfrm>
              <a:off x="690270" y="4676191"/>
              <a:ext cx="1741335" cy="1805690"/>
              <a:chOff x="689737" y="4995969"/>
              <a:chExt cx="1741335" cy="1805690"/>
            </a:xfrm>
          </p:grpSpPr>
          <p:sp>
            <p:nvSpPr>
              <p:cNvPr id="151" name="TextBox 150">
                <a:extLst>
                  <a:ext uri="{FF2B5EF4-FFF2-40B4-BE49-F238E27FC236}">
                    <a16:creationId xmlns:a16="http://schemas.microsoft.com/office/drawing/2014/main" id="{578F7188-4BBC-1039-1024-1DF589FBBB15}"/>
                  </a:ext>
                </a:extLst>
              </p:cNvPr>
              <p:cNvSpPr txBox="1"/>
              <p:nvPr/>
            </p:nvSpPr>
            <p:spPr>
              <a:xfrm>
                <a:off x="1452824" y="5637337"/>
                <a:ext cx="965823" cy="307777"/>
              </a:xfrm>
              <a:prstGeom prst="rect">
                <a:avLst/>
              </a:prstGeom>
              <a:noFill/>
            </p:spPr>
            <p:txBody>
              <a:bodyPr wrap="square">
                <a:spAutoFit/>
              </a:bodyPr>
              <a:lstStyle/>
              <a:p>
                <a:r>
                  <a:rPr lang="en-US" sz="1400"/>
                  <a:t>0.625</a:t>
                </a:r>
                <a:r>
                  <a:rPr lang="el-GR" sz="1400"/>
                  <a:t>π</a:t>
                </a:r>
                <a:endParaRPr lang="en-US" sz="1400"/>
              </a:p>
            </p:txBody>
          </p:sp>
          <p:grpSp>
            <p:nvGrpSpPr>
              <p:cNvPr id="153" name="Group 152">
                <a:extLst>
                  <a:ext uri="{FF2B5EF4-FFF2-40B4-BE49-F238E27FC236}">
                    <a16:creationId xmlns:a16="http://schemas.microsoft.com/office/drawing/2014/main" id="{30813781-22D9-39BB-8484-D82F2A09A363}"/>
                  </a:ext>
                </a:extLst>
              </p:cNvPr>
              <p:cNvGrpSpPr/>
              <p:nvPr/>
            </p:nvGrpSpPr>
            <p:grpSpPr>
              <a:xfrm>
                <a:off x="689737" y="4995969"/>
                <a:ext cx="1741335" cy="1805690"/>
                <a:chOff x="2013093" y="4187103"/>
                <a:chExt cx="2245347" cy="1805690"/>
              </a:xfrm>
            </p:grpSpPr>
            <p:pic>
              <p:nvPicPr>
                <p:cNvPr id="140" name="Picture 139">
                  <a:extLst>
                    <a:ext uri="{FF2B5EF4-FFF2-40B4-BE49-F238E27FC236}">
                      <a16:creationId xmlns:a16="http://schemas.microsoft.com/office/drawing/2014/main" id="{E09D9E38-534E-E520-36C3-EE04B77D41EB}"/>
                    </a:ext>
                  </a:extLst>
                </p:cNvPr>
                <p:cNvPicPr>
                  <a:picLocks noChangeAspect="1"/>
                </p:cNvPicPr>
                <p:nvPr/>
              </p:nvPicPr>
              <p:blipFill>
                <a:blip r:embed="rId10"/>
                <a:stretch>
                  <a:fillRect/>
                </a:stretch>
              </p:blipFill>
              <p:spPr>
                <a:xfrm>
                  <a:off x="2523566" y="4447195"/>
                  <a:ext cx="523715" cy="1545598"/>
                </a:xfrm>
                <a:prstGeom prst="rect">
                  <a:avLst/>
                </a:prstGeom>
              </p:spPr>
            </p:pic>
            <p:sp>
              <p:nvSpPr>
                <p:cNvPr id="142" name="TextBox 141">
                  <a:extLst>
                    <a:ext uri="{FF2B5EF4-FFF2-40B4-BE49-F238E27FC236}">
                      <a16:creationId xmlns:a16="http://schemas.microsoft.com/office/drawing/2014/main" id="{2B9154A4-AC70-3DCF-6E61-2A437D2CF3E1}"/>
                    </a:ext>
                  </a:extLst>
                </p:cNvPr>
                <p:cNvSpPr txBox="1"/>
                <p:nvPr/>
              </p:nvSpPr>
              <p:spPr>
                <a:xfrm>
                  <a:off x="2013093" y="4187103"/>
                  <a:ext cx="2245347" cy="307777"/>
                </a:xfrm>
                <a:prstGeom prst="rect">
                  <a:avLst/>
                </a:prstGeom>
                <a:noFill/>
              </p:spPr>
              <p:txBody>
                <a:bodyPr wrap="square" rtlCol="0">
                  <a:spAutoFit/>
                </a:bodyPr>
                <a:lstStyle/>
                <a:p>
                  <a:r>
                    <a:rPr lang="en-US" sz="1400"/>
                    <a:t>Normalize [0 – </a:t>
                  </a:r>
                  <a:r>
                    <a:rPr lang="el-GR" sz="1400"/>
                    <a:t>π</a:t>
                  </a:r>
                  <a:r>
                    <a:rPr lang="en-US" sz="1400"/>
                    <a:t>]</a:t>
                  </a:r>
                </a:p>
              </p:txBody>
            </p:sp>
            <p:cxnSp>
              <p:nvCxnSpPr>
                <p:cNvPr id="144" name="Straight Connector 143">
                  <a:extLst>
                    <a:ext uri="{FF2B5EF4-FFF2-40B4-BE49-F238E27FC236}">
                      <a16:creationId xmlns:a16="http://schemas.microsoft.com/office/drawing/2014/main" id="{3D901A0A-D55B-FEDA-FE8D-E32523CB791A}"/>
                    </a:ext>
                  </a:extLst>
                </p:cNvPr>
                <p:cNvCxnSpPr>
                  <a:stCxn id="140" idx="1"/>
                  <a:endCxn id="140" idx="3"/>
                </p:cNvCxnSpPr>
                <p:nvPr/>
              </p:nvCxnSpPr>
              <p:spPr>
                <a:xfrm>
                  <a:off x="2523566" y="5219994"/>
                  <a:ext cx="523715"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146" name="TextBox 145">
                  <a:extLst>
                    <a:ext uri="{FF2B5EF4-FFF2-40B4-BE49-F238E27FC236}">
                      <a16:creationId xmlns:a16="http://schemas.microsoft.com/office/drawing/2014/main" id="{862C1EE8-4B3F-0D22-6DD9-331F02D7D70C}"/>
                    </a:ext>
                  </a:extLst>
                </p:cNvPr>
                <p:cNvSpPr txBox="1"/>
                <p:nvPr/>
              </p:nvSpPr>
              <p:spPr>
                <a:xfrm>
                  <a:off x="3009028" y="5044168"/>
                  <a:ext cx="1057410" cy="307777"/>
                </a:xfrm>
                <a:prstGeom prst="rect">
                  <a:avLst/>
                </a:prstGeom>
                <a:noFill/>
              </p:spPr>
              <p:txBody>
                <a:bodyPr wrap="square">
                  <a:spAutoFit/>
                </a:bodyPr>
                <a:lstStyle/>
                <a:p>
                  <a:r>
                    <a:rPr lang="en-US" sz="1400"/>
                    <a:t>0.5</a:t>
                  </a:r>
                  <a:r>
                    <a:rPr lang="el-GR" sz="1400"/>
                    <a:t>π</a:t>
                  </a:r>
                  <a:endParaRPr lang="en-US" sz="1400"/>
                </a:p>
              </p:txBody>
            </p:sp>
            <p:cxnSp>
              <p:nvCxnSpPr>
                <p:cNvPr id="147" name="Straight Connector 146">
                  <a:extLst>
                    <a:ext uri="{FF2B5EF4-FFF2-40B4-BE49-F238E27FC236}">
                      <a16:creationId xmlns:a16="http://schemas.microsoft.com/office/drawing/2014/main" id="{5F674BF6-BC84-B43C-89F6-B89332ED1C5E}"/>
                    </a:ext>
                  </a:extLst>
                </p:cNvPr>
                <p:cNvCxnSpPr/>
                <p:nvPr/>
              </p:nvCxnSpPr>
              <p:spPr>
                <a:xfrm>
                  <a:off x="2523565" y="4585216"/>
                  <a:ext cx="523715"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149" name="TextBox 148">
                  <a:extLst>
                    <a:ext uri="{FF2B5EF4-FFF2-40B4-BE49-F238E27FC236}">
                      <a16:creationId xmlns:a16="http://schemas.microsoft.com/office/drawing/2014/main" id="{AADD6748-C7E1-83E6-DD6C-F23F89DA558B}"/>
                    </a:ext>
                  </a:extLst>
                </p:cNvPr>
                <p:cNvSpPr txBox="1"/>
                <p:nvPr/>
              </p:nvSpPr>
              <p:spPr>
                <a:xfrm>
                  <a:off x="2993666" y="4373161"/>
                  <a:ext cx="284203" cy="307777"/>
                </a:xfrm>
                <a:prstGeom prst="rect">
                  <a:avLst/>
                </a:prstGeom>
                <a:noFill/>
              </p:spPr>
              <p:txBody>
                <a:bodyPr wrap="square">
                  <a:spAutoFit/>
                </a:bodyPr>
                <a:lstStyle/>
                <a:p>
                  <a:r>
                    <a:rPr lang="el-GR" sz="1400"/>
                    <a:t>π</a:t>
                  </a:r>
                  <a:endParaRPr lang="en-US" sz="1400"/>
                </a:p>
              </p:txBody>
            </p:sp>
            <p:cxnSp>
              <p:nvCxnSpPr>
                <p:cNvPr id="152" name="Straight Connector 151">
                  <a:extLst>
                    <a:ext uri="{FF2B5EF4-FFF2-40B4-BE49-F238E27FC236}">
                      <a16:creationId xmlns:a16="http://schemas.microsoft.com/office/drawing/2014/main" id="{87460181-E0C2-0E5A-E5B2-F3926BF3D981}"/>
                    </a:ext>
                  </a:extLst>
                </p:cNvPr>
                <p:cNvCxnSpPr/>
                <p:nvPr/>
              </p:nvCxnSpPr>
              <p:spPr>
                <a:xfrm>
                  <a:off x="2509652" y="5037115"/>
                  <a:ext cx="523715" cy="0"/>
                </a:xfrm>
                <a:prstGeom prst="line">
                  <a:avLst/>
                </a:prstGeom>
                <a:ln>
                  <a:solidFill>
                    <a:schemeClr val="accent3">
                      <a:lumMod val="60000"/>
                      <a:lumOff val="40000"/>
                    </a:schemeClr>
                  </a:solidFill>
                </a:ln>
              </p:spPr>
              <p:style>
                <a:lnRef idx="2">
                  <a:schemeClr val="accent1"/>
                </a:lnRef>
                <a:fillRef idx="0">
                  <a:schemeClr val="accent1"/>
                </a:fillRef>
                <a:effectRef idx="1">
                  <a:schemeClr val="accent1"/>
                </a:effectRef>
                <a:fontRef idx="minor">
                  <a:schemeClr val="tx1"/>
                </a:fontRef>
              </p:style>
            </p:cxnSp>
          </p:grpSp>
        </p:grpSp>
        <p:grpSp>
          <p:nvGrpSpPr>
            <p:cNvPr id="203" name="Group 202">
              <a:extLst>
                <a:ext uri="{FF2B5EF4-FFF2-40B4-BE49-F238E27FC236}">
                  <a16:creationId xmlns:a16="http://schemas.microsoft.com/office/drawing/2014/main" id="{0A4AA30D-E02E-A97B-FDC9-29599F2D8A50}"/>
                </a:ext>
              </a:extLst>
            </p:cNvPr>
            <p:cNvGrpSpPr/>
            <p:nvPr/>
          </p:nvGrpSpPr>
          <p:grpSpPr>
            <a:xfrm>
              <a:off x="2335293" y="4558757"/>
              <a:ext cx="1623610" cy="1738642"/>
              <a:chOff x="3480672" y="4144195"/>
              <a:chExt cx="1706531" cy="1891195"/>
            </a:xfrm>
          </p:grpSpPr>
          <p:sp>
            <p:nvSpPr>
              <p:cNvPr id="199" name="TextBox 198">
                <a:extLst>
                  <a:ext uri="{FF2B5EF4-FFF2-40B4-BE49-F238E27FC236}">
                    <a16:creationId xmlns:a16="http://schemas.microsoft.com/office/drawing/2014/main" id="{9E47C668-392C-6A52-6B87-D928C88D9C3C}"/>
                  </a:ext>
                </a:extLst>
              </p:cNvPr>
              <p:cNvSpPr txBox="1"/>
              <p:nvPr/>
            </p:nvSpPr>
            <p:spPr>
              <a:xfrm>
                <a:off x="4975463" y="5052193"/>
                <a:ext cx="211740" cy="334782"/>
              </a:xfrm>
              <a:prstGeom prst="rect">
                <a:avLst/>
              </a:prstGeom>
              <a:noFill/>
            </p:spPr>
            <p:txBody>
              <a:bodyPr wrap="square" rtlCol="0">
                <a:spAutoFit/>
              </a:bodyPr>
              <a:lstStyle/>
              <a:p>
                <a:r>
                  <a:rPr lang="en-US" sz="1400"/>
                  <a:t>x</a:t>
                </a:r>
              </a:p>
            </p:txBody>
          </p:sp>
          <p:grpSp>
            <p:nvGrpSpPr>
              <p:cNvPr id="202" name="Group 201">
                <a:extLst>
                  <a:ext uri="{FF2B5EF4-FFF2-40B4-BE49-F238E27FC236}">
                    <a16:creationId xmlns:a16="http://schemas.microsoft.com/office/drawing/2014/main" id="{42F9DE5C-9569-074F-AC56-5BCB27A6A927}"/>
                  </a:ext>
                </a:extLst>
              </p:cNvPr>
              <p:cNvGrpSpPr/>
              <p:nvPr/>
            </p:nvGrpSpPr>
            <p:grpSpPr>
              <a:xfrm>
                <a:off x="3480672" y="4144195"/>
                <a:ext cx="1516050" cy="1891195"/>
                <a:chOff x="3480672" y="4144195"/>
                <a:chExt cx="1516050" cy="1891195"/>
              </a:xfrm>
            </p:grpSpPr>
            <p:grpSp>
              <p:nvGrpSpPr>
                <p:cNvPr id="168" name="Group 167">
                  <a:extLst>
                    <a:ext uri="{FF2B5EF4-FFF2-40B4-BE49-F238E27FC236}">
                      <a16:creationId xmlns:a16="http://schemas.microsoft.com/office/drawing/2014/main" id="{38ED3D11-3C8A-7DFA-F57A-D75E9EB2804B}"/>
                    </a:ext>
                  </a:extLst>
                </p:cNvPr>
                <p:cNvGrpSpPr/>
                <p:nvPr/>
              </p:nvGrpSpPr>
              <p:grpSpPr>
                <a:xfrm>
                  <a:off x="3480672" y="4489801"/>
                  <a:ext cx="1516050" cy="1545589"/>
                  <a:chOff x="4579950" y="4585216"/>
                  <a:chExt cx="1516050" cy="1545589"/>
                </a:xfrm>
              </p:grpSpPr>
              <p:sp>
                <p:nvSpPr>
                  <p:cNvPr id="154" name="Oval 153">
                    <a:extLst>
                      <a:ext uri="{FF2B5EF4-FFF2-40B4-BE49-F238E27FC236}">
                        <a16:creationId xmlns:a16="http://schemas.microsoft.com/office/drawing/2014/main" id="{8FCE630F-FE98-D1E8-F330-507BE06C42DD}"/>
                      </a:ext>
                    </a:extLst>
                  </p:cNvPr>
                  <p:cNvSpPr/>
                  <p:nvPr/>
                </p:nvSpPr>
                <p:spPr>
                  <a:xfrm>
                    <a:off x="4579951" y="4585216"/>
                    <a:ext cx="1516049" cy="1545589"/>
                  </a:xfrm>
                  <a:prstGeom prst="ellipse">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2700000" scaled="1"/>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4DB147A8-0D46-2060-61A7-BBE549C8D195}"/>
                      </a:ext>
                    </a:extLst>
                  </p:cNvPr>
                  <p:cNvSpPr/>
                  <p:nvPr/>
                </p:nvSpPr>
                <p:spPr>
                  <a:xfrm>
                    <a:off x="4579950" y="5106239"/>
                    <a:ext cx="1516049" cy="562440"/>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10C074BB-780E-4895-3F06-A69AC3295488}"/>
                      </a:ext>
                    </a:extLst>
                  </p:cNvPr>
                  <p:cNvSpPr/>
                  <p:nvPr/>
                </p:nvSpPr>
                <p:spPr>
                  <a:xfrm rot="16200000">
                    <a:off x="4586075" y="5082961"/>
                    <a:ext cx="1516049" cy="562440"/>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8" name="Straight Connector 157">
                    <a:extLst>
                      <a:ext uri="{FF2B5EF4-FFF2-40B4-BE49-F238E27FC236}">
                        <a16:creationId xmlns:a16="http://schemas.microsoft.com/office/drawing/2014/main" id="{F85A4994-E9DC-8AE4-4A1D-42AE7029728B}"/>
                      </a:ext>
                    </a:extLst>
                  </p:cNvPr>
                  <p:cNvCxnSpPr>
                    <a:cxnSpLocks/>
                    <a:endCxn id="154" idx="6"/>
                  </p:cNvCxnSpPr>
                  <p:nvPr/>
                </p:nvCxnSpPr>
                <p:spPr>
                  <a:xfrm>
                    <a:off x="5353105" y="5358011"/>
                    <a:ext cx="7428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106BD1DB-2D72-3215-A1A2-926B6BDE8D2B}"/>
                      </a:ext>
                    </a:extLst>
                  </p:cNvPr>
                  <p:cNvCxnSpPr>
                    <a:cxnSpLocks/>
                  </p:cNvCxnSpPr>
                  <p:nvPr/>
                </p:nvCxnSpPr>
                <p:spPr>
                  <a:xfrm flipH="1" flipV="1">
                    <a:off x="5336149" y="4606157"/>
                    <a:ext cx="16956" cy="75185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BA5A5298-3A67-E41C-867E-408F39B68CE4}"/>
                      </a:ext>
                    </a:extLst>
                  </p:cNvPr>
                  <p:cNvCxnSpPr>
                    <a:cxnSpLocks/>
                  </p:cNvCxnSpPr>
                  <p:nvPr/>
                </p:nvCxnSpPr>
                <p:spPr>
                  <a:xfrm flipH="1">
                    <a:off x="5062879" y="5349411"/>
                    <a:ext cx="298177" cy="319268"/>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0" name="Straight Arrow Connector 169">
                  <a:extLst>
                    <a:ext uri="{FF2B5EF4-FFF2-40B4-BE49-F238E27FC236}">
                      <a16:creationId xmlns:a16="http://schemas.microsoft.com/office/drawing/2014/main" id="{75A396AC-795E-3A36-E5D4-9E0B0FADE39C}"/>
                    </a:ext>
                  </a:extLst>
                </p:cNvPr>
                <p:cNvCxnSpPr>
                  <a:cxnSpLocks/>
                  <a:endCxn id="156" idx="5"/>
                </p:cNvCxnSpPr>
                <p:nvPr/>
              </p:nvCxnSpPr>
              <p:spPr>
                <a:xfrm flipV="1">
                  <a:off x="4261778" y="4732762"/>
                  <a:ext cx="181897" cy="529833"/>
                </a:xfrm>
                <a:prstGeom prst="straightConnector1">
                  <a:avLst/>
                </a:prstGeom>
                <a:ln>
                  <a:solidFill>
                    <a:srgbClr val="F7E1F4"/>
                  </a:solidFill>
                  <a:tailEnd type="triangle"/>
                </a:ln>
              </p:spPr>
              <p:style>
                <a:lnRef idx="2">
                  <a:schemeClr val="accent1"/>
                </a:lnRef>
                <a:fillRef idx="0">
                  <a:schemeClr val="accent1"/>
                </a:fillRef>
                <a:effectRef idx="1">
                  <a:schemeClr val="accent1"/>
                </a:effectRef>
                <a:fontRef idx="minor">
                  <a:schemeClr val="tx1"/>
                </a:fontRef>
              </p:style>
            </p:cxnSp>
            <p:sp>
              <p:nvSpPr>
                <p:cNvPr id="171" name="Arc 170">
                  <a:extLst>
                    <a:ext uri="{FF2B5EF4-FFF2-40B4-BE49-F238E27FC236}">
                      <a16:creationId xmlns:a16="http://schemas.microsoft.com/office/drawing/2014/main" id="{29CFABFC-6E4A-146A-728A-9498BD98A417}"/>
                    </a:ext>
                  </a:extLst>
                </p:cNvPr>
                <p:cNvSpPr/>
                <p:nvPr/>
              </p:nvSpPr>
              <p:spPr>
                <a:xfrm>
                  <a:off x="4152258" y="4840024"/>
                  <a:ext cx="211739" cy="175366"/>
                </a:xfrm>
                <a:prstGeom prst="arc">
                  <a:avLst/>
                </a:prstGeom>
                <a:ln>
                  <a:solidFill>
                    <a:srgbClr val="F7E1F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3" name="TextBox 172">
                  <a:extLst>
                    <a:ext uri="{FF2B5EF4-FFF2-40B4-BE49-F238E27FC236}">
                      <a16:creationId xmlns:a16="http://schemas.microsoft.com/office/drawing/2014/main" id="{7ED7F8E5-FE4F-8122-24F7-795985FB3221}"/>
                    </a:ext>
                  </a:extLst>
                </p:cNvPr>
                <p:cNvSpPr txBox="1"/>
                <p:nvPr/>
              </p:nvSpPr>
              <p:spPr>
                <a:xfrm flipH="1">
                  <a:off x="4186772" y="4532916"/>
                  <a:ext cx="209774" cy="368260"/>
                </a:xfrm>
                <a:prstGeom prst="rect">
                  <a:avLst/>
                </a:prstGeom>
                <a:noFill/>
              </p:spPr>
              <p:txBody>
                <a:bodyPr wrap="square" rtlCol="0">
                  <a:spAutoFit/>
                </a:bodyPr>
                <a:lstStyle/>
                <a:p>
                  <a:r>
                    <a:rPr lang="el-GR" sz="1600">
                      <a:solidFill>
                        <a:srgbClr val="F7E1F4"/>
                      </a:solidFill>
                    </a:rPr>
                    <a:t>θ</a:t>
                  </a:r>
                  <a:endParaRPr lang="en-US" sz="1600">
                    <a:solidFill>
                      <a:srgbClr val="F7E1F4"/>
                    </a:solidFill>
                  </a:endParaRPr>
                </a:p>
              </p:txBody>
            </p:sp>
            <p:sp>
              <p:nvSpPr>
                <p:cNvPr id="198" name="TextBox 197">
                  <a:extLst>
                    <a:ext uri="{FF2B5EF4-FFF2-40B4-BE49-F238E27FC236}">
                      <a16:creationId xmlns:a16="http://schemas.microsoft.com/office/drawing/2014/main" id="{1751A3E9-59EF-909A-578F-6916306E89F7}"/>
                    </a:ext>
                  </a:extLst>
                </p:cNvPr>
                <p:cNvSpPr txBox="1"/>
                <p:nvPr/>
              </p:nvSpPr>
              <p:spPr>
                <a:xfrm>
                  <a:off x="4091297" y="4144195"/>
                  <a:ext cx="211739" cy="334782"/>
                </a:xfrm>
                <a:prstGeom prst="rect">
                  <a:avLst/>
                </a:prstGeom>
                <a:noFill/>
              </p:spPr>
              <p:txBody>
                <a:bodyPr wrap="square" rtlCol="0">
                  <a:spAutoFit/>
                </a:bodyPr>
                <a:lstStyle/>
                <a:p>
                  <a:r>
                    <a:rPr lang="en-US" sz="1400"/>
                    <a:t>y</a:t>
                  </a:r>
                </a:p>
              </p:txBody>
            </p:sp>
            <p:sp>
              <p:nvSpPr>
                <p:cNvPr id="200" name="TextBox 199">
                  <a:extLst>
                    <a:ext uri="{FF2B5EF4-FFF2-40B4-BE49-F238E27FC236}">
                      <a16:creationId xmlns:a16="http://schemas.microsoft.com/office/drawing/2014/main" id="{40356852-889B-9B64-3E0D-B99DD9B0EDB4}"/>
                    </a:ext>
                  </a:extLst>
                </p:cNvPr>
                <p:cNvSpPr txBox="1"/>
                <p:nvPr/>
              </p:nvSpPr>
              <p:spPr>
                <a:xfrm>
                  <a:off x="3699337" y="5464419"/>
                  <a:ext cx="211739" cy="334782"/>
                </a:xfrm>
                <a:prstGeom prst="rect">
                  <a:avLst/>
                </a:prstGeom>
                <a:noFill/>
              </p:spPr>
              <p:txBody>
                <a:bodyPr wrap="square" rtlCol="0">
                  <a:spAutoFit/>
                </a:bodyPr>
                <a:lstStyle/>
                <a:p>
                  <a:r>
                    <a:rPr lang="en-US" sz="1400"/>
                    <a:t>z</a:t>
                  </a:r>
                </a:p>
              </p:txBody>
            </p:sp>
          </p:grpSp>
        </p:grpSp>
        <p:sp>
          <p:nvSpPr>
            <p:cNvPr id="201" name="TextBox 200">
              <a:extLst>
                <a:ext uri="{FF2B5EF4-FFF2-40B4-BE49-F238E27FC236}">
                  <a16:creationId xmlns:a16="http://schemas.microsoft.com/office/drawing/2014/main" id="{E93F21FA-345A-4A59-2EBE-60955ED2E6FA}"/>
                </a:ext>
              </a:extLst>
            </p:cNvPr>
            <p:cNvSpPr txBox="1"/>
            <p:nvPr/>
          </p:nvSpPr>
          <p:spPr>
            <a:xfrm>
              <a:off x="3125497" y="4065791"/>
              <a:ext cx="1960465" cy="738664"/>
            </a:xfrm>
            <a:prstGeom prst="rect">
              <a:avLst/>
            </a:prstGeom>
            <a:noFill/>
          </p:spPr>
          <p:txBody>
            <a:bodyPr wrap="square" rtlCol="0">
              <a:spAutoFit/>
            </a:bodyPr>
            <a:lstStyle/>
            <a:p>
              <a:r>
                <a:rPr lang="en-US" sz="1400">
                  <a:solidFill>
                    <a:srgbClr val="C00000"/>
                  </a:solidFill>
                </a:rPr>
                <a:t>Q0: Ry(0.5π) |0&gt;</a:t>
              </a:r>
            </a:p>
            <a:p>
              <a:r>
                <a:rPr lang="en-US" sz="1400">
                  <a:solidFill>
                    <a:srgbClr val="C00000"/>
                  </a:solidFill>
                </a:rPr>
                <a:t>Q1: Ry(0.625 π) |0&gt;</a:t>
              </a:r>
            </a:p>
            <a:p>
              <a:r>
                <a:rPr lang="en-US" sz="1400">
                  <a:solidFill>
                    <a:srgbClr val="C00000"/>
                  </a:solidFill>
                </a:rPr>
                <a:t>Q2: Ry(π) |0&gt;</a:t>
              </a:r>
              <a:endParaRPr lang="en-US" sz="1400"/>
            </a:p>
          </p:txBody>
        </p:sp>
        <mc:AlternateContent xmlns:mc="http://schemas.openxmlformats.org/markup-compatibility/2006">
          <mc:Choice xmlns:a14="http://schemas.microsoft.com/office/drawing/2010/main" Requires="a14">
            <p:sp>
              <p:nvSpPr>
                <p:cNvPr id="56" name="TextBox 55">
                  <a:extLst>
                    <a:ext uri="{FF2B5EF4-FFF2-40B4-BE49-F238E27FC236}">
                      <a16:creationId xmlns:a16="http://schemas.microsoft.com/office/drawing/2014/main" id="{7F0EA3ED-D46B-9F67-E155-DA7B73A1F968}"/>
                    </a:ext>
                  </a:extLst>
                </p:cNvPr>
                <p:cNvSpPr txBox="1"/>
                <p:nvPr/>
              </p:nvSpPr>
              <p:spPr>
                <a:xfrm>
                  <a:off x="3691258" y="5024114"/>
                  <a:ext cx="2556442" cy="407099"/>
                </a:xfrm>
                <a:prstGeom prst="rect">
                  <a:avLst/>
                </a:prstGeom>
                <a:noFill/>
              </p:spPr>
              <p:txBody>
                <a:bodyPr wrap="square">
                  <a:spAutoFit/>
                </a:bodyPr>
                <a:lstStyle/>
                <a:p>
                  <a:r>
                    <a:rPr lang="el-GR" sz="1400">
                      <a:solidFill>
                        <a:srgbClr val="FF0000"/>
                      </a:solidFill>
                    </a:rPr>
                    <a:t>∣ψ⟩=</a:t>
                  </a:r>
                  <a:r>
                    <a:rPr lang="en-US" sz="1400">
                      <a:solidFill>
                        <a:srgbClr val="FF0000"/>
                      </a:solidFill>
                    </a:rPr>
                    <a:t>cos </a:t>
                  </a:r>
                  <a14:m>
                    <m:oMath xmlns:m="http://schemas.openxmlformats.org/officeDocument/2006/math">
                      <m:f>
                        <m:fPr>
                          <m:ctrlPr>
                            <a:rPr lang="en-US" sz="1400" i="1" dirty="0">
                              <a:solidFill>
                                <a:srgbClr val="FF0000"/>
                              </a:solidFill>
                              <a:latin typeface="Cambria Math" panose="02040503050406030204" pitchFamily="18" charset="0"/>
                            </a:rPr>
                          </m:ctrlPr>
                        </m:fPr>
                        <m:num>
                          <m:r>
                            <a:rPr lang="el-GR" sz="1400" i="1" dirty="0">
                              <a:solidFill>
                                <a:srgbClr val="FF0000"/>
                              </a:solidFill>
                              <a:latin typeface="Cambria Math" panose="02040503050406030204" pitchFamily="18" charset="0"/>
                            </a:rPr>
                            <m:t>𝜃</m:t>
                          </m:r>
                        </m:num>
                        <m:den>
                          <m:r>
                            <a:rPr lang="en-US" sz="1400" i="1" dirty="0">
                              <a:solidFill>
                                <a:srgbClr val="FF0000"/>
                              </a:solidFill>
                              <a:latin typeface="Cambria Math" panose="02040503050406030204" pitchFamily="18" charset="0"/>
                            </a:rPr>
                            <m:t>2</m:t>
                          </m:r>
                        </m:den>
                      </m:f>
                      <m:r>
                        <a:rPr lang="en-US" sz="1400" i="1" dirty="0">
                          <a:solidFill>
                            <a:srgbClr val="FF0000"/>
                          </a:solidFill>
                          <a:latin typeface="Cambria Math" panose="02040503050406030204" pitchFamily="18" charset="0"/>
                        </a:rPr>
                        <m:t> </m:t>
                      </m:r>
                    </m:oMath>
                  </a14:m>
                  <a:r>
                    <a:rPr lang="el-GR" sz="1400">
                      <a:solidFill>
                        <a:srgbClr val="FF0000"/>
                      </a:solidFill>
                    </a:rPr>
                    <a:t>​∣0⟩+</a:t>
                  </a:r>
                  <a:r>
                    <a:rPr lang="en-US" sz="1400">
                      <a:solidFill>
                        <a:srgbClr val="FF0000"/>
                      </a:solidFill>
                    </a:rPr>
                    <a:t>sin</a:t>
                  </a:r>
                  <a14:m>
                    <m:oMath xmlns:m="http://schemas.openxmlformats.org/officeDocument/2006/math">
                      <m:f>
                        <m:fPr>
                          <m:ctrlPr>
                            <a:rPr lang="en-US" sz="1400" i="1" dirty="0" smtClean="0">
                              <a:solidFill>
                                <a:srgbClr val="FF0000"/>
                              </a:solidFill>
                              <a:latin typeface="Cambria Math" panose="02040503050406030204" pitchFamily="18" charset="0"/>
                            </a:rPr>
                          </m:ctrlPr>
                        </m:fPr>
                        <m:num>
                          <m:r>
                            <a:rPr lang="el-GR" sz="1400" i="1" dirty="0">
                              <a:solidFill>
                                <a:srgbClr val="FF0000"/>
                              </a:solidFill>
                              <a:latin typeface="Cambria Math" panose="02040503050406030204" pitchFamily="18" charset="0"/>
                            </a:rPr>
                            <m:t>𝜃</m:t>
                          </m:r>
                        </m:num>
                        <m:den>
                          <m:r>
                            <a:rPr lang="en-US" sz="1400" b="0" i="1" dirty="0" smtClean="0">
                              <a:solidFill>
                                <a:srgbClr val="FF0000"/>
                              </a:solidFill>
                              <a:latin typeface="Cambria Math" panose="02040503050406030204" pitchFamily="18" charset="0"/>
                            </a:rPr>
                            <m:t>2</m:t>
                          </m:r>
                        </m:den>
                      </m:f>
                    </m:oMath>
                  </a14:m>
                  <a:r>
                    <a:rPr lang="el-GR" sz="1400">
                      <a:solidFill>
                        <a:srgbClr val="FF0000"/>
                      </a:solidFill>
                    </a:rPr>
                    <a:t>​∣1⟩</a:t>
                  </a:r>
                  <a:endParaRPr lang="en-US" sz="1400">
                    <a:solidFill>
                      <a:srgbClr val="FF0000"/>
                    </a:solidFill>
                  </a:endParaRPr>
                </a:p>
              </p:txBody>
            </p:sp>
          </mc:Choice>
          <mc:Fallback>
            <p:sp>
              <p:nvSpPr>
                <p:cNvPr id="56" name="TextBox 55">
                  <a:extLst>
                    <a:ext uri="{FF2B5EF4-FFF2-40B4-BE49-F238E27FC236}">
                      <a16:creationId xmlns:a16="http://schemas.microsoft.com/office/drawing/2014/main" id="{7F0EA3ED-D46B-9F67-E155-DA7B73A1F968}"/>
                    </a:ext>
                  </a:extLst>
                </p:cNvPr>
                <p:cNvSpPr txBox="1">
                  <a:spLocks noRot="1" noChangeAspect="1" noMove="1" noResize="1" noEditPoints="1" noAdjustHandles="1" noChangeArrowheads="1" noChangeShapeType="1" noTextEdit="1"/>
                </p:cNvSpPr>
                <p:nvPr/>
              </p:nvSpPr>
              <p:spPr>
                <a:xfrm>
                  <a:off x="3691258" y="5024114"/>
                  <a:ext cx="2556442" cy="407099"/>
                </a:xfrm>
                <a:prstGeom prst="rect">
                  <a:avLst/>
                </a:prstGeom>
                <a:blipFill>
                  <a:blip r:embed="rId11"/>
                  <a:stretch>
                    <a:fillRect l="-716" b="-44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0114D056-0F22-5B0C-BD80-CC701FCA6583}"/>
                    </a:ext>
                  </a:extLst>
                </p:cNvPr>
                <p:cNvSpPr txBox="1"/>
                <p:nvPr/>
              </p:nvSpPr>
              <p:spPr>
                <a:xfrm>
                  <a:off x="3125497" y="5874915"/>
                  <a:ext cx="3432621" cy="9336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1" i="1" smtClean="0">
                                <a:solidFill>
                                  <a:srgbClr val="FF0000"/>
                                </a:solidFill>
                                <a:latin typeface="Cambria Math" panose="02040503050406030204" pitchFamily="18" charset="0"/>
                              </a:rPr>
                            </m:ctrlPr>
                          </m:dPr>
                          <m:e>
                            <m:r>
                              <a:rPr lang="en-US" sz="1400" b="1">
                                <a:solidFill>
                                  <a:srgbClr val="FF0000"/>
                                </a:solidFill>
                                <a:latin typeface="Cambria Math" panose="02040503050406030204" pitchFamily="18" charset="0"/>
                              </a:rPr>
                              <m:t>∣</m:t>
                            </m:r>
                            <m:r>
                              <a:rPr lang="en-US" sz="1400" b="1" i="1">
                                <a:solidFill>
                                  <a:srgbClr val="FF0000"/>
                                </a:solidFill>
                                <a:latin typeface="Cambria Math" panose="02040503050406030204" pitchFamily="18" charset="0"/>
                              </a:rPr>
                              <m:t>𝝍</m:t>
                            </m:r>
                            <m:r>
                              <a:rPr lang="en-US" sz="1400" b="1" i="1" smtClean="0">
                                <a:solidFill>
                                  <a:srgbClr val="FF0000"/>
                                </a:solidFill>
                                <a:latin typeface="Cambria Math" panose="02040503050406030204" pitchFamily="18" charset="0"/>
                              </a:rPr>
                              <m:t>(</m:t>
                            </m:r>
                            <m:r>
                              <a:rPr lang="en-US" sz="1400" b="1" i="1" smtClean="0">
                                <a:solidFill>
                                  <a:srgbClr val="FF0000"/>
                                </a:solidFill>
                                <a:latin typeface="Cambria Math" panose="02040503050406030204" pitchFamily="18" charset="0"/>
                              </a:rPr>
                              <m:t>𝒗</m:t>
                            </m:r>
                            <m:r>
                              <a:rPr lang="en-US" sz="1400" b="1" i="1" smtClean="0">
                                <a:solidFill>
                                  <a:srgbClr val="FF0000"/>
                                </a:solidFill>
                                <a:latin typeface="Cambria Math" panose="02040503050406030204" pitchFamily="18" charset="0"/>
                              </a:rPr>
                              <m:t>)</m:t>
                            </m:r>
                          </m:e>
                        </m:d>
                        <m:r>
                          <a:rPr lang="en-US" sz="1400" b="1" i="0">
                            <a:solidFill>
                              <a:srgbClr val="FF0000"/>
                            </a:solidFill>
                            <a:latin typeface="Cambria Math" panose="02040503050406030204" pitchFamily="18" charset="0"/>
                          </a:rPr>
                          <m:t>=</m:t>
                        </m:r>
                        <m:d>
                          <m:dPr>
                            <m:begChr m:val="["/>
                            <m:endChr m:val="]"/>
                            <m:ctrlPr>
                              <a:rPr lang="en-US" sz="1400" b="1" i="1">
                                <a:solidFill>
                                  <a:srgbClr val="FF0000"/>
                                </a:solidFill>
                                <a:latin typeface="Cambria Math" panose="02040503050406030204" pitchFamily="18" charset="0"/>
                              </a:rPr>
                            </m:ctrlPr>
                          </m:dPr>
                          <m:e>
                            <m:m>
                              <m:mPr>
                                <m:plcHide m:val="on"/>
                                <m:mcs>
                                  <m:mc>
                                    <m:mcPr>
                                      <m:count m:val="1"/>
                                      <m:mcJc m:val="center"/>
                                    </m:mcPr>
                                  </m:mc>
                                </m:mcs>
                                <m:ctrlPr>
                                  <a:rPr lang="en-US" sz="1400" b="1" i="1">
                                    <a:solidFill>
                                      <a:srgbClr val="FF0000"/>
                                    </a:solidFill>
                                    <a:latin typeface="Cambria Math" panose="02040503050406030204" pitchFamily="18" charset="0"/>
                                  </a:rPr>
                                </m:ctrlPr>
                              </m:mPr>
                              <m:mr>
                                <m:e>
                                  <m:func>
                                    <m:funcPr>
                                      <m:ctrlPr>
                                        <a:rPr lang="en-US" sz="1400" b="1" i="1">
                                          <a:solidFill>
                                            <a:srgbClr val="FF0000"/>
                                          </a:solidFill>
                                          <a:latin typeface="Cambria Math" panose="02040503050406030204" pitchFamily="18" charset="0"/>
                                        </a:rPr>
                                      </m:ctrlPr>
                                    </m:funcPr>
                                    <m:fName>
                                      <m:r>
                                        <a:rPr lang="en-US" sz="1400" b="1" i="0">
                                          <a:solidFill>
                                            <a:srgbClr val="FF0000"/>
                                          </a:solidFill>
                                          <a:latin typeface="Cambria Math" panose="02040503050406030204" pitchFamily="18" charset="0"/>
                                        </a:rPr>
                                        <m:t>𝐜𝐨𝐬</m:t>
                                      </m:r>
                                    </m:fName>
                                    <m:e>
                                      <m:f>
                                        <m:fPr>
                                          <m:ctrlPr>
                                            <a:rPr lang="en-US" sz="1400" b="1" i="1">
                                              <a:solidFill>
                                                <a:srgbClr val="FF0000"/>
                                              </a:solidFill>
                                              <a:latin typeface="Cambria Math" panose="02040503050406030204" pitchFamily="18" charset="0"/>
                                            </a:rPr>
                                          </m:ctrlPr>
                                        </m:fPr>
                                        <m:num>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𝜽</m:t>
                                              </m:r>
                                            </m:e>
                                            <m:sub>
                                              <m:r>
                                                <a:rPr lang="en-US" sz="1400" b="1" i="0">
                                                  <a:solidFill>
                                                    <a:srgbClr val="FF0000"/>
                                                  </a:solidFill>
                                                  <a:latin typeface="Cambria Math" panose="02040503050406030204" pitchFamily="18" charset="0"/>
                                                </a:rPr>
                                                <m:t>𝟏</m:t>
                                              </m:r>
                                            </m:sub>
                                          </m:sSub>
                                        </m:num>
                                        <m:den>
                                          <m:r>
                                            <a:rPr lang="en-US" sz="1400" b="1" i="0">
                                              <a:solidFill>
                                                <a:srgbClr val="FF0000"/>
                                              </a:solidFill>
                                              <a:latin typeface="Cambria Math" panose="02040503050406030204" pitchFamily="18" charset="0"/>
                                            </a:rPr>
                                            <m:t>𝟐</m:t>
                                          </m:r>
                                        </m:den>
                                      </m:f>
                                    </m:e>
                                  </m:func>
                                </m:e>
                              </m:mr>
                              <m:mr>
                                <m:e>
                                  <m:func>
                                    <m:funcPr>
                                      <m:ctrlPr>
                                        <a:rPr lang="en-US" sz="1400" b="1" i="1">
                                          <a:solidFill>
                                            <a:srgbClr val="FF0000"/>
                                          </a:solidFill>
                                          <a:latin typeface="Cambria Math" panose="02040503050406030204" pitchFamily="18" charset="0"/>
                                        </a:rPr>
                                      </m:ctrlPr>
                                    </m:funcPr>
                                    <m:fName>
                                      <m:r>
                                        <a:rPr lang="en-US" sz="1400" b="1" i="0">
                                          <a:solidFill>
                                            <a:srgbClr val="FF0000"/>
                                          </a:solidFill>
                                          <a:latin typeface="Cambria Math" panose="02040503050406030204" pitchFamily="18" charset="0"/>
                                        </a:rPr>
                                        <m:t>𝐬𝐢𝐧</m:t>
                                      </m:r>
                                    </m:fName>
                                    <m:e>
                                      <m:f>
                                        <m:fPr>
                                          <m:ctrlPr>
                                            <a:rPr lang="en-US" sz="1400" b="1" i="1">
                                              <a:solidFill>
                                                <a:srgbClr val="FF0000"/>
                                              </a:solidFill>
                                              <a:latin typeface="Cambria Math" panose="02040503050406030204" pitchFamily="18" charset="0"/>
                                            </a:rPr>
                                          </m:ctrlPr>
                                        </m:fPr>
                                        <m:num>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𝜽</m:t>
                                              </m:r>
                                            </m:e>
                                            <m:sub>
                                              <m:r>
                                                <a:rPr lang="en-US" sz="1400" b="1" i="0">
                                                  <a:solidFill>
                                                    <a:srgbClr val="FF0000"/>
                                                  </a:solidFill>
                                                  <a:latin typeface="Cambria Math" panose="02040503050406030204" pitchFamily="18" charset="0"/>
                                                </a:rPr>
                                                <m:t>𝟏</m:t>
                                              </m:r>
                                            </m:sub>
                                          </m:sSub>
                                        </m:num>
                                        <m:den>
                                          <m:r>
                                            <a:rPr lang="en-US" sz="1400" b="1" i="0">
                                              <a:solidFill>
                                                <a:srgbClr val="FF0000"/>
                                              </a:solidFill>
                                              <a:latin typeface="Cambria Math" panose="02040503050406030204" pitchFamily="18" charset="0"/>
                                            </a:rPr>
                                            <m:t>𝟐</m:t>
                                          </m:r>
                                        </m:den>
                                      </m:f>
                                    </m:e>
                                  </m:func>
                                </m:e>
                              </m:mr>
                            </m:m>
                          </m:e>
                        </m:d>
                        <m:r>
                          <a:rPr lang="en-US" sz="1400" b="1" i="0">
                            <a:solidFill>
                              <a:srgbClr val="FF0000"/>
                            </a:solidFill>
                            <a:latin typeface="Cambria Math" panose="02040503050406030204" pitchFamily="18" charset="0"/>
                          </a:rPr>
                          <m:t>⊗</m:t>
                        </m:r>
                        <m:d>
                          <m:dPr>
                            <m:begChr m:val="["/>
                            <m:endChr m:val="]"/>
                            <m:ctrlPr>
                              <a:rPr lang="en-US" sz="1400" b="1" i="1">
                                <a:solidFill>
                                  <a:srgbClr val="FF0000"/>
                                </a:solidFill>
                                <a:latin typeface="Cambria Math" panose="02040503050406030204" pitchFamily="18" charset="0"/>
                              </a:rPr>
                            </m:ctrlPr>
                          </m:dPr>
                          <m:e>
                            <m:m>
                              <m:mPr>
                                <m:plcHide m:val="on"/>
                                <m:mcs>
                                  <m:mc>
                                    <m:mcPr>
                                      <m:count m:val="1"/>
                                      <m:mcJc m:val="center"/>
                                    </m:mcPr>
                                  </m:mc>
                                </m:mcs>
                                <m:ctrlPr>
                                  <a:rPr lang="en-US" sz="1400" b="1" i="1">
                                    <a:solidFill>
                                      <a:srgbClr val="FF0000"/>
                                    </a:solidFill>
                                    <a:latin typeface="Cambria Math" panose="02040503050406030204" pitchFamily="18" charset="0"/>
                                  </a:rPr>
                                </m:ctrlPr>
                              </m:mPr>
                              <m:mr>
                                <m:e>
                                  <m:func>
                                    <m:funcPr>
                                      <m:ctrlPr>
                                        <a:rPr lang="en-US" sz="1400" b="1" i="1">
                                          <a:solidFill>
                                            <a:srgbClr val="FF0000"/>
                                          </a:solidFill>
                                          <a:latin typeface="Cambria Math" panose="02040503050406030204" pitchFamily="18" charset="0"/>
                                        </a:rPr>
                                      </m:ctrlPr>
                                    </m:funcPr>
                                    <m:fName>
                                      <m:r>
                                        <a:rPr lang="en-US" sz="1400" b="1" i="0">
                                          <a:solidFill>
                                            <a:srgbClr val="FF0000"/>
                                          </a:solidFill>
                                          <a:latin typeface="Cambria Math" panose="02040503050406030204" pitchFamily="18" charset="0"/>
                                        </a:rPr>
                                        <m:t>𝐜𝐨𝐬</m:t>
                                      </m:r>
                                    </m:fName>
                                    <m:e>
                                      <m:f>
                                        <m:fPr>
                                          <m:ctrlPr>
                                            <a:rPr lang="en-US" sz="1400" b="1" i="1">
                                              <a:solidFill>
                                                <a:srgbClr val="FF0000"/>
                                              </a:solidFill>
                                              <a:latin typeface="Cambria Math" panose="02040503050406030204" pitchFamily="18" charset="0"/>
                                            </a:rPr>
                                          </m:ctrlPr>
                                        </m:fPr>
                                        <m:num>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𝜽</m:t>
                                              </m:r>
                                            </m:e>
                                            <m:sub>
                                              <m:r>
                                                <a:rPr lang="en-US" sz="1400" b="1" i="0">
                                                  <a:solidFill>
                                                    <a:srgbClr val="FF0000"/>
                                                  </a:solidFill>
                                                  <a:latin typeface="Cambria Math" panose="02040503050406030204" pitchFamily="18" charset="0"/>
                                                </a:rPr>
                                                <m:t>𝟐</m:t>
                                              </m:r>
                                            </m:sub>
                                          </m:sSub>
                                        </m:num>
                                        <m:den>
                                          <m:r>
                                            <a:rPr lang="en-US" sz="1400" b="1" i="0">
                                              <a:solidFill>
                                                <a:srgbClr val="FF0000"/>
                                              </a:solidFill>
                                              <a:latin typeface="Cambria Math" panose="02040503050406030204" pitchFamily="18" charset="0"/>
                                            </a:rPr>
                                            <m:t>𝟐</m:t>
                                          </m:r>
                                        </m:den>
                                      </m:f>
                                    </m:e>
                                  </m:func>
                                </m:e>
                              </m:mr>
                              <m:mr>
                                <m:e>
                                  <m:func>
                                    <m:funcPr>
                                      <m:ctrlPr>
                                        <a:rPr lang="en-US" sz="1400" b="1" i="1">
                                          <a:solidFill>
                                            <a:srgbClr val="FF0000"/>
                                          </a:solidFill>
                                          <a:latin typeface="Cambria Math" panose="02040503050406030204" pitchFamily="18" charset="0"/>
                                        </a:rPr>
                                      </m:ctrlPr>
                                    </m:funcPr>
                                    <m:fName>
                                      <m:r>
                                        <a:rPr lang="en-US" sz="1400" b="1" i="0">
                                          <a:solidFill>
                                            <a:srgbClr val="FF0000"/>
                                          </a:solidFill>
                                          <a:latin typeface="Cambria Math" panose="02040503050406030204" pitchFamily="18" charset="0"/>
                                        </a:rPr>
                                        <m:t>𝐬𝐢𝐧</m:t>
                                      </m:r>
                                    </m:fName>
                                    <m:e>
                                      <m:f>
                                        <m:fPr>
                                          <m:ctrlPr>
                                            <a:rPr lang="en-US" sz="1400" b="1" i="1">
                                              <a:solidFill>
                                                <a:srgbClr val="FF0000"/>
                                              </a:solidFill>
                                              <a:latin typeface="Cambria Math" panose="02040503050406030204" pitchFamily="18" charset="0"/>
                                            </a:rPr>
                                          </m:ctrlPr>
                                        </m:fPr>
                                        <m:num>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𝜽</m:t>
                                              </m:r>
                                            </m:e>
                                            <m:sub>
                                              <m:r>
                                                <a:rPr lang="en-US" sz="1400" b="1" i="0">
                                                  <a:solidFill>
                                                    <a:srgbClr val="FF0000"/>
                                                  </a:solidFill>
                                                  <a:latin typeface="Cambria Math" panose="02040503050406030204" pitchFamily="18" charset="0"/>
                                                </a:rPr>
                                                <m:t>𝟐</m:t>
                                              </m:r>
                                            </m:sub>
                                          </m:sSub>
                                        </m:num>
                                        <m:den>
                                          <m:r>
                                            <a:rPr lang="en-US" sz="1400" b="1" i="0">
                                              <a:solidFill>
                                                <a:srgbClr val="FF0000"/>
                                              </a:solidFill>
                                              <a:latin typeface="Cambria Math" panose="02040503050406030204" pitchFamily="18" charset="0"/>
                                            </a:rPr>
                                            <m:t>𝟐</m:t>
                                          </m:r>
                                        </m:den>
                                      </m:f>
                                    </m:e>
                                  </m:func>
                                </m:e>
                              </m:mr>
                            </m:m>
                          </m:e>
                        </m:d>
                        <m:r>
                          <a:rPr lang="en-US" sz="1400" b="1" i="0">
                            <a:solidFill>
                              <a:srgbClr val="FF0000"/>
                            </a:solidFill>
                            <a:latin typeface="Cambria Math" panose="02040503050406030204" pitchFamily="18" charset="0"/>
                          </a:rPr>
                          <m:t>⊗</m:t>
                        </m:r>
                        <m:d>
                          <m:dPr>
                            <m:begChr m:val="["/>
                            <m:endChr m:val="]"/>
                            <m:ctrlPr>
                              <a:rPr lang="en-US" sz="1400" b="1" i="1">
                                <a:solidFill>
                                  <a:srgbClr val="FF0000"/>
                                </a:solidFill>
                                <a:latin typeface="Cambria Math" panose="02040503050406030204" pitchFamily="18" charset="0"/>
                              </a:rPr>
                            </m:ctrlPr>
                          </m:dPr>
                          <m:e>
                            <m:m>
                              <m:mPr>
                                <m:plcHide m:val="on"/>
                                <m:mcs>
                                  <m:mc>
                                    <m:mcPr>
                                      <m:count m:val="1"/>
                                      <m:mcJc m:val="center"/>
                                    </m:mcPr>
                                  </m:mc>
                                </m:mcs>
                                <m:ctrlPr>
                                  <a:rPr lang="en-US" sz="1400" b="1" i="1">
                                    <a:solidFill>
                                      <a:srgbClr val="FF0000"/>
                                    </a:solidFill>
                                    <a:latin typeface="Cambria Math" panose="02040503050406030204" pitchFamily="18" charset="0"/>
                                  </a:rPr>
                                </m:ctrlPr>
                              </m:mPr>
                              <m:mr>
                                <m:e>
                                  <m:func>
                                    <m:funcPr>
                                      <m:ctrlPr>
                                        <a:rPr lang="en-US" sz="1400" b="1" i="1">
                                          <a:solidFill>
                                            <a:srgbClr val="FF0000"/>
                                          </a:solidFill>
                                          <a:latin typeface="Cambria Math" panose="02040503050406030204" pitchFamily="18" charset="0"/>
                                        </a:rPr>
                                      </m:ctrlPr>
                                    </m:funcPr>
                                    <m:fName>
                                      <m:r>
                                        <a:rPr lang="en-US" sz="1400" b="1" i="0">
                                          <a:solidFill>
                                            <a:srgbClr val="FF0000"/>
                                          </a:solidFill>
                                          <a:latin typeface="Cambria Math" panose="02040503050406030204" pitchFamily="18" charset="0"/>
                                        </a:rPr>
                                        <m:t>𝐜𝐨𝐬</m:t>
                                      </m:r>
                                    </m:fName>
                                    <m:e>
                                      <m:f>
                                        <m:fPr>
                                          <m:ctrlPr>
                                            <a:rPr lang="en-US" sz="1400" b="1" i="1">
                                              <a:solidFill>
                                                <a:srgbClr val="FF0000"/>
                                              </a:solidFill>
                                              <a:latin typeface="Cambria Math" panose="02040503050406030204" pitchFamily="18" charset="0"/>
                                            </a:rPr>
                                          </m:ctrlPr>
                                        </m:fPr>
                                        <m:num>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𝜽</m:t>
                                              </m:r>
                                            </m:e>
                                            <m:sub>
                                              <m:r>
                                                <a:rPr lang="en-US" sz="1400" b="1" i="0">
                                                  <a:solidFill>
                                                    <a:srgbClr val="FF0000"/>
                                                  </a:solidFill>
                                                  <a:latin typeface="Cambria Math" panose="02040503050406030204" pitchFamily="18" charset="0"/>
                                                </a:rPr>
                                                <m:t>𝟑</m:t>
                                              </m:r>
                                            </m:sub>
                                          </m:sSub>
                                        </m:num>
                                        <m:den>
                                          <m:r>
                                            <a:rPr lang="en-US" sz="1400" b="1" i="0">
                                              <a:solidFill>
                                                <a:srgbClr val="FF0000"/>
                                              </a:solidFill>
                                              <a:latin typeface="Cambria Math" panose="02040503050406030204" pitchFamily="18" charset="0"/>
                                            </a:rPr>
                                            <m:t>𝟐</m:t>
                                          </m:r>
                                        </m:den>
                                      </m:f>
                                    </m:e>
                                  </m:func>
                                </m:e>
                              </m:mr>
                              <m:mr>
                                <m:e>
                                  <m:func>
                                    <m:funcPr>
                                      <m:ctrlPr>
                                        <a:rPr lang="en-US" sz="1400" b="1" i="1">
                                          <a:solidFill>
                                            <a:srgbClr val="FF0000"/>
                                          </a:solidFill>
                                          <a:latin typeface="Cambria Math" panose="02040503050406030204" pitchFamily="18" charset="0"/>
                                        </a:rPr>
                                      </m:ctrlPr>
                                    </m:funcPr>
                                    <m:fName>
                                      <m:r>
                                        <a:rPr lang="en-US" sz="1400" b="1" i="0">
                                          <a:solidFill>
                                            <a:srgbClr val="FF0000"/>
                                          </a:solidFill>
                                          <a:latin typeface="Cambria Math" panose="02040503050406030204" pitchFamily="18" charset="0"/>
                                        </a:rPr>
                                        <m:t>𝐬𝐢𝐧</m:t>
                                      </m:r>
                                    </m:fName>
                                    <m:e>
                                      <m:f>
                                        <m:fPr>
                                          <m:ctrlPr>
                                            <a:rPr lang="en-US" sz="1400" b="1" i="1">
                                              <a:solidFill>
                                                <a:srgbClr val="FF0000"/>
                                              </a:solidFill>
                                              <a:latin typeface="Cambria Math" panose="02040503050406030204" pitchFamily="18" charset="0"/>
                                            </a:rPr>
                                          </m:ctrlPr>
                                        </m:fPr>
                                        <m:num>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𝜽</m:t>
                                              </m:r>
                                            </m:e>
                                            <m:sub>
                                              <m:r>
                                                <a:rPr lang="en-US" sz="1400" b="1" i="0">
                                                  <a:solidFill>
                                                    <a:srgbClr val="FF0000"/>
                                                  </a:solidFill>
                                                  <a:latin typeface="Cambria Math" panose="02040503050406030204" pitchFamily="18" charset="0"/>
                                                </a:rPr>
                                                <m:t>𝟑</m:t>
                                              </m:r>
                                            </m:sub>
                                          </m:sSub>
                                        </m:num>
                                        <m:den>
                                          <m:r>
                                            <a:rPr lang="en-US" sz="1400" b="1" i="0">
                                              <a:solidFill>
                                                <a:srgbClr val="FF0000"/>
                                              </a:solidFill>
                                              <a:latin typeface="Cambria Math" panose="02040503050406030204" pitchFamily="18" charset="0"/>
                                            </a:rPr>
                                            <m:t>𝟐</m:t>
                                          </m:r>
                                        </m:den>
                                      </m:f>
                                    </m:e>
                                  </m:func>
                                </m:e>
                              </m:mr>
                            </m:m>
                          </m:e>
                        </m:d>
                      </m:oMath>
                    </m:oMathPara>
                  </a14:m>
                  <a:endParaRPr lang="en-US" sz="1400" b="1"/>
                </a:p>
              </p:txBody>
            </p:sp>
          </mc:Choice>
          <mc:Fallback>
            <p:sp>
              <p:nvSpPr>
                <p:cNvPr id="62" name="TextBox 61">
                  <a:extLst>
                    <a:ext uri="{FF2B5EF4-FFF2-40B4-BE49-F238E27FC236}">
                      <a16:creationId xmlns:a16="http://schemas.microsoft.com/office/drawing/2014/main" id="{0114D056-0F22-5B0C-BD80-CC701FCA6583}"/>
                    </a:ext>
                  </a:extLst>
                </p:cNvPr>
                <p:cNvSpPr txBox="1">
                  <a:spLocks noRot="1" noChangeAspect="1" noMove="1" noResize="1" noEditPoints="1" noAdjustHandles="1" noChangeArrowheads="1" noChangeShapeType="1" noTextEdit="1"/>
                </p:cNvSpPr>
                <p:nvPr/>
              </p:nvSpPr>
              <p:spPr>
                <a:xfrm>
                  <a:off x="3125497" y="5874915"/>
                  <a:ext cx="3432621" cy="933654"/>
                </a:xfrm>
                <a:prstGeom prst="rect">
                  <a:avLst/>
                </a:prstGeom>
                <a:blipFill>
                  <a:blip r:embed="rId12"/>
                  <a:stretch>
                    <a:fillRect/>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ECC7E2B3-7B33-A150-B0D9-7AFA996501DA}"/>
                </a:ext>
              </a:extLst>
            </p:cNvPr>
            <p:cNvSpPr txBox="1"/>
            <p:nvPr/>
          </p:nvSpPr>
          <p:spPr>
            <a:xfrm>
              <a:off x="226921" y="4037291"/>
              <a:ext cx="2747326" cy="400110"/>
            </a:xfrm>
            <a:prstGeom prst="rect">
              <a:avLst/>
            </a:prstGeom>
            <a:noFill/>
          </p:spPr>
          <p:txBody>
            <a:bodyPr wrap="square" rtlCol="0">
              <a:spAutoFit/>
            </a:bodyPr>
            <a:lstStyle/>
            <a:p>
              <a:r>
                <a:rPr lang="en-US" sz="2000" b="1">
                  <a:ln w="0"/>
                  <a:effectLst>
                    <a:outerShdw blurRad="38100" dist="19050" dir="2700000" algn="tl" rotWithShape="0">
                      <a:schemeClr val="dk1">
                        <a:alpha val="40000"/>
                      </a:schemeClr>
                    </a:outerShdw>
                  </a:effectLst>
                </a:rPr>
                <a:t>Angle Encoding</a:t>
              </a:r>
            </a:p>
          </p:txBody>
        </p:sp>
      </p:grpSp>
      <p:grpSp>
        <p:nvGrpSpPr>
          <p:cNvPr id="17" name="Group 16">
            <a:extLst>
              <a:ext uri="{FF2B5EF4-FFF2-40B4-BE49-F238E27FC236}">
                <a16:creationId xmlns:a16="http://schemas.microsoft.com/office/drawing/2014/main" id="{2A23286D-74C0-C5EA-3295-8A8A49324195}"/>
              </a:ext>
            </a:extLst>
          </p:cNvPr>
          <p:cNvGrpSpPr/>
          <p:nvPr/>
        </p:nvGrpSpPr>
        <p:grpSpPr>
          <a:xfrm>
            <a:off x="7307473" y="3617169"/>
            <a:ext cx="4427216" cy="3166294"/>
            <a:chOff x="7307473" y="3617169"/>
            <a:chExt cx="4427216" cy="3166294"/>
          </a:xfrm>
        </p:grpSpPr>
        <p:sp>
          <p:nvSpPr>
            <p:cNvPr id="205" name="TextBox 204">
              <a:extLst>
                <a:ext uri="{FF2B5EF4-FFF2-40B4-BE49-F238E27FC236}">
                  <a16:creationId xmlns:a16="http://schemas.microsoft.com/office/drawing/2014/main" id="{5887088D-E3DA-EF33-FDBF-09EA598E3107}"/>
                </a:ext>
              </a:extLst>
            </p:cNvPr>
            <p:cNvSpPr txBox="1"/>
            <p:nvPr/>
          </p:nvSpPr>
          <p:spPr>
            <a:xfrm>
              <a:off x="7363270" y="5605442"/>
              <a:ext cx="1384753" cy="307777"/>
            </a:xfrm>
            <a:prstGeom prst="rect">
              <a:avLst/>
            </a:prstGeom>
            <a:noFill/>
          </p:spPr>
          <p:txBody>
            <a:bodyPr wrap="square" rtlCol="0">
              <a:spAutoFit/>
            </a:bodyPr>
            <a:lstStyle/>
            <a:p>
              <a:r>
                <a:rPr lang="en-US" sz="1400"/>
                <a:t>2</a:t>
              </a:r>
              <a:r>
                <a:rPr lang="en-US" sz="1400" baseline="30000"/>
                <a:t>n </a:t>
              </a:r>
              <a:r>
                <a:rPr lang="en-US" sz="1400"/>
                <a:t> Dimensions</a:t>
              </a:r>
            </a:p>
          </p:txBody>
        </p:sp>
        <p:grpSp>
          <p:nvGrpSpPr>
            <p:cNvPr id="97" name="Group 96">
              <a:extLst>
                <a:ext uri="{FF2B5EF4-FFF2-40B4-BE49-F238E27FC236}">
                  <a16:creationId xmlns:a16="http://schemas.microsoft.com/office/drawing/2014/main" id="{287D231E-5B74-53F6-0D67-5B6CD70B8AE6}"/>
                </a:ext>
              </a:extLst>
            </p:cNvPr>
            <p:cNvGrpSpPr/>
            <p:nvPr/>
          </p:nvGrpSpPr>
          <p:grpSpPr>
            <a:xfrm>
              <a:off x="8347317" y="4003094"/>
              <a:ext cx="2632431" cy="551451"/>
              <a:chOff x="8238752" y="4237189"/>
              <a:chExt cx="2632431" cy="551451"/>
            </a:xfrm>
          </p:grpSpPr>
          <p:sp>
            <p:nvSpPr>
              <p:cNvPr id="207" name="TextBox 206">
                <a:extLst>
                  <a:ext uri="{FF2B5EF4-FFF2-40B4-BE49-F238E27FC236}">
                    <a16:creationId xmlns:a16="http://schemas.microsoft.com/office/drawing/2014/main" id="{6377B2CD-0520-F003-9251-3337029472EA}"/>
                  </a:ext>
                </a:extLst>
              </p:cNvPr>
              <p:cNvSpPr txBox="1"/>
              <p:nvPr/>
            </p:nvSpPr>
            <p:spPr>
              <a:xfrm>
                <a:off x="8684981" y="4237189"/>
                <a:ext cx="1794043" cy="307777"/>
              </a:xfrm>
              <a:prstGeom prst="rect">
                <a:avLst/>
              </a:prstGeom>
              <a:noFill/>
            </p:spPr>
            <p:txBody>
              <a:bodyPr wrap="square" rtlCol="0">
                <a:spAutoFit/>
              </a:bodyPr>
              <a:lstStyle/>
              <a:p>
                <a:r>
                  <a:rPr lang="en-US" sz="1400"/>
                  <a:t>Normalize [ norm 1]</a:t>
                </a:r>
              </a:p>
            </p:txBody>
          </p:sp>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D797F9DB-47E8-9FA1-BDD0-F7145CAB897A}"/>
                      </a:ext>
                    </a:extLst>
                  </p:cNvPr>
                  <p:cNvSpPr txBox="1"/>
                  <p:nvPr/>
                </p:nvSpPr>
                <p:spPr>
                  <a:xfrm>
                    <a:off x="8238752" y="4454510"/>
                    <a:ext cx="2632431" cy="334130"/>
                  </a:xfrm>
                  <a:prstGeom prst="rect">
                    <a:avLst/>
                  </a:prstGeom>
                  <a:noFill/>
                </p:spPr>
                <p:txBody>
                  <a:bodyPr wrap="square" rtlCol="0">
                    <a:spAutoFit/>
                  </a:bodyPr>
                  <a:lstStyle/>
                  <a:p>
                    <a:r>
                      <a:rPr lang="en-US" sz="1400"/>
                      <a:t>||V||=</a:t>
                    </a:r>
                    <a14:m>
                      <m:oMath xmlns:m="http://schemas.openxmlformats.org/officeDocument/2006/math">
                        <m:rad>
                          <m:radPr>
                            <m:degHide m:val="on"/>
                            <m:ctrlPr>
                              <a:rPr lang="en-US" sz="1400" b="0" i="1" smtClean="0">
                                <a:latin typeface="Cambria Math" panose="02040503050406030204" pitchFamily="18" charset="0"/>
                                <a:ea typeface="Cambria Math" panose="02040503050406030204" pitchFamily="18" charset="0"/>
                              </a:rPr>
                            </m:ctrlPr>
                          </m:radPr>
                          <m:deg/>
                          <m:e>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4</m:t>
                                </m:r>
                              </m:e>
                              <m:sup>
                                <m:r>
                                  <a:rPr lang="en-US" sz="1400" b="0" i="1" smtClean="0">
                                    <a:latin typeface="Cambria Math" panose="02040503050406030204" pitchFamily="18" charset="0"/>
                                    <a:ea typeface="Cambria Math" panose="02040503050406030204" pitchFamily="18" charset="0"/>
                                  </a:rPr>
                                  <m:t>2</m:t>
                                </m:r>
                              </m:sup>
                            </m:sSup>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8</m:t>
                                </m:r>
                              </m:e>
                              <m:sup>
                                <m:r>
                                  <a:rPr lang="en-US" sz="1400" b="0" i="1" smtClean="0">
                                    <a:latin typeface="Cambria Math" panose="02040503050406030204" pitchFamily="18" charset="0"/>
                                    <a:ea typeface="Cambria Math" panose="02040503050406030204" pitchFamily="18" charset="0"/>
                                  </a:rPr>
                                  <m:t>2</m:t>
                                </m:r>
                              </m:sup>
                            </m:sSup>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5</m:t>
                                </m:r>
                              </m:e>
                              <m:sup>
                                <m:r>
                                  <a:rPr lang="en-US" sz="1400" b="0" i="1" smtClean="0">
                                    <a:latin typeface="Cambria Math" panose="02040503050406030204" pitchFamily="18" charset="0"/>
                                    <a:ea typeface="Cambria Math" panose="02040503050406030204" pitchFamily="18" charset="0"/>
                                  </a:rPr>
                                  <m:t>2</m:t>
                                </m:r>
                              </m:sup>
                            </m:sSup>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0</m:t>
                                </m:r>
                              </m:e>
                              <m:sup>
                                <m:r>
                                  <a:rPr lang="en-US" sz="1400" b="0" i="1" smtClean="0">
                                    <a:latin typeface="Cambria Math" panose="02040503050406030204" pitchFamily="18" charset="0"/>
                                    <a:ea typeface="Cambria Math" panose="02040503050406030204" pitchFamily="18" charset="0"/>
                                  </a:rPr>
                                  <m:t>2</m:t>
                                </m:r>
                              </m:sup>
                            </m:sSup>
                          </m:e>
                        </m:rad>
                      </m:oMath>
                    </a14:m>
                    <a:r>
                      <a:rPr lang="en-US" sz="1400"/>
                      <a:t>= </a:t>
                    </a:r>
                    <a14:m>
                      <m:oMath xmlns:m="http://schemas.openxmlformats.org/officeDocument/2006/math">
                        <m:rad>
                          <m:radPr>
                            <m:degHide m:val="on"/>
                            <m:ctrlPr>
                              <a:rPr lang="en-US" sz="1400" i="1" smtClean="0">
                                <a:latin typeface="Cambria Math" panose="02040503050406030204" pitchFamily="18" charset="0"/>
                              </a:rPr>
                            </m:ctrlPr>
                          </m:radPr>
                          <m:deg/>
                          <m:e>
                            <m:r>
                              <a:rPr lang="en-US" sz="1400" b="0" i="1" smtClean="0">
                                <a:latin typeface="Cambria Math" panose="02040503050406030204" pitchFamily="18" charset="0"/>
                              </a:rPr>
                              <m:t>105</m:t>
                            </m:r>
                          </m:e>
                        </m:rad>
                      </m:oMath>
                    </a14:m>
                    <a:endParaRPr lang="en-US" sz="1400"/>
                  </a:p>
                </p:txBody>
              </p:sp>
            </mc:Choice>
            <mc:Fallback>
              <p:sp>
                <p:nvSpPr>
                  <p:cNvPr id="208" name="TextBox 207">
                    <a:extLst>
                      <a:ext uri="{FF2B5EF4-FFF2-40B4-BE49-F238E27FC236}">
                        <a16:creationId xmlns:a16="http://schemas.microsoft.com/office/drawing/2014/main" id="{D797F9DB-47E8-9FA1-BDD0-F7145CAB897A}"/>
                      </a:ext>
                    </a:extLst>
                  </p:cNvPr>
                  <p:cNvSpPr txBox="1">
                    <a:spLocks noRot="1" noChangeAspect="1" noMove="1" noResize="1" noEditPoints="1" noAdjustHandles="1" noChangeArrowheads="1" noChangeShapeType="1" noTextEdit="1"/>
                  </p:cNvSpPr>
                  <p:nvPr/>
                </p:nvSpPr>
                <p:spPr>
                  <a:xfrm>
                    <a:off x="8238752" y="4454510"/>
                    <a:ext cx="2632431" cy="334130"/>
                  </a:xfrm>
                  <a:prstGeom prst="rect">
                    <a:avLst/>
                  </a:prstGeom>
                  <a:blipFill>
                    <a:blip r:embed="rId13"/>
                    <a:stretch>
                      <a:fillRect l="-694" b="-60000"/>
                    </a:stretch>
                  </a:blipFill>
                </p:spPr>
                <p:txBody>
                  <a:bodyPr/>
                  <a:lstStyle/>
                  <a:p>
                    <a:r>
                      <a:rPr lang="en-US">
                        <a:noFill/>
                      </a:rPr>
                      <a:t> </a:t>
                    </a:r>
                  </a:p>
                </p:txBody>
              </p:sp>
            </mc:Fallback>
          </mc:AlternateContent>
        </p:grpSp>
        <p:grpSp>
          <p:nvGrpSpPr>
            <p:cNvPr id="98" name="Group 97">
              <a:extLst>
                <a:ext uri="{FF2B5EF4-FFF2-40B4-BE49-F238E27FC236}">
                  <a16:creationId xmlns:a16="http://schemas.microsoft.com/office/drawing/2014/main" id="{A7808512-5D10-AE54-9C3B-48D601936394}"/>
                </a:ext>
              </a:extLst>
            </p:cNvPr>
            <p:cNvGrpSpPr/>
            <p:nvPr/>
          </p:nvGrpSpPr>
          <p:grpSpPr>
            <a:xfrm>
              <a:off x="7884626" y="4564673"/>
              <a:ext cx="3850063" cy="2218790"/>
              <a:chOff x="8093217" y="4360805"/>
              <a:chExt cx="3581740" cy="2164663"/>
            </a:xfrm>
          </p:grpSpPr>
          <mc:AlternateContent xmlns:mc="http://schemas.openxmlformats.org/markup-compatibility/2006">
            <mc:Choice xmlns:a14="http://schemas.microsoft.com/office/drawing/2010/main" Requires="a14">
              <p:sp>
                <p:nvSpPr>
                  <p:cNvPr id="210" name="TextBox 209">
                    <a:extLst>
                      <a:ext uri="{FF2B5EF4-FFF2-40B4-BE49-F238E27FC236}">
                        <a16:creationId xmlns:a16="http://schemas.microsoft.com/office/drawing/2014/main" id="{817171BE-0091-F8B3-059A-2D76BC8F9F31}"/>
                      </a:ext>
                    </a:extLst>
                  </p:cNvPr>
                  <p:cNvSpPr txBox="1"/>
                  <p:nvPr/>
                </p:nvSpPr>
                <p:spPr>
                  <a:xfrm>
                    <a:off x="8093217" y="6116638"/>
                    <a:ext cx="3547085" cy="408830"/>
                  </a:xfrm>
                  <a:prstGeom prst="rect">
                    <a:avLst/>
                  </a:prstGeom>
                  <a:noFill/>
                </p:spPr>
                <p:txBody>
                  <a:bodyPr wrap="square">
                    <a:spAutoFit/>
                  </a:bodyPr>
                  <a:lstStyle/>
                  <a:p>
                    <a:r>
                      <a:rPr lang="el-GR" sz="1400" b="0" i="0">
                        <a:solidFill>
                          <a:srgbClr val="C00000"/>
                        </a:solidFill>
                        <a:effectLst/>
                        <a:latin typeface="KaTeX_Main"/>
                      </a:rPr>
                      <a:t>∣</a:t>
                    </a:r>
                    <a:r>
                      <a:rPr lang="el-GR" sz="1400" b="0" i="1">
                        <a:solidFill>
                          <a:srgbClr val="C00000"/>
                        </a:solidFill>
                        <a:effectLst/>
                        <a:latin typeface="KaTeX_Math"/>
                      </a:rPr>
                      <a:t>ψ</a:t>
                    </a:r>
                    <a:r>
                      <a:rPr lang="en-US" sz="1400" b="0" i="1">
                        <a:solidFill>
                          <a:srgbClr val="C00000"/>
                        </a:solidFill>
                        <a:effectLst/>
                        <a:latin typeface="KaTeX_Math"/>
                      </a:rPr>
                      <a:t>(v)</a:t>
                    </a:r>
                    <a:r>
                      <a:rPr lang="el-GR" sz="1400" b="0" i="0">
                        <a:solidFill>
                          <a:srgbClr val="C00000"/>
                        </a:solidFill>
                        <a:effectLst/>
                        <a:latin typeface="KaTeX_Main"/>
                      </a:rPr>
                      <a:t>⟩=</a:t>
                    </a:r>
                    <a14:m>
                      <m:oMath xmlns:m="http://schemas.openxmlformats.org/officeDocument/2006/math">
                        <m:f>
                          <m:fPr>
                            <m:ctrlPr>
                              <a:rPr lang="el-GR" sz="1400" b="0" i="1" smtClean="0">
                                <a:solidFill>
                                  <a:srgbClr val="C00000"/>
                                </a:solidFill>
                                <a:effectLst/>
                                <a:latin typeface="Cambria Math" panose="02040503050406030204" pitchFamily="18" charset="0"/>
                              </a:rPr>
                            </m:ctrlPr>
                          </m:fPr>
                          <m:num>
                            <m:r>
                              <a:rPr lang="en-US" sz="1400" b="0" i="1" smtClean="0">
                                <a:solidFill>
                                  <a:srgbClr val="C00000"/>
                                </a:solidFill>
                                <a:effectLst/>
                                <a:latin typeface="Cambria Math" panose="02040503050406030204" pitchFamily="18" charset="0"/>
                              </a:rPr>
                              <m:t>1</m:t>
                            </m:r>
                          </m:num>
                          <m:den>
                            <m:rad>
                              <m:radPr>
                                <m:degHide m:val="on"/>
                                <m:ctrlPr>
                                  <a:rPr lang="el-GR" sz="1400" b="0" i="1" smtClean="0">
                                    <a:solidFill>
                                      <a:srgbClr val="C00000"/>
                                    </a:solidFill>
                                    <a:effectLst/>
                                    <a:latin typeface="Cambria Math" panose="02040503050406030204" pitchFamily="18" charset="0"/>
                                  </a:rPr>
                                </m:ctrlPr>
                              </m:radPr>
                              <m:deg/>
                              <m:e>
                                <m:r>
                                  <a:rPr lang="en-US" sz="1400" b="0" i="1" smtClean="0">
                                    <a:solidFill>
                                      <a:srgbClr val="C00000"/>
                                    </a:solidFill>
                                    <a:effectLst/>
                                    <a:latin typeface="Cambria Math" panose="02040503050406030204" pitchFamily="18" charset="0"/>
                                  </a:rPr>
                                  <m:t>105</m:t>
                                </m:r>
                              </m:e>
                            </m:rad>
                          </m:den>
                        </m:f>
                      </m:oMath>
                    </a14:m>
                    <a:r>
                      <a:rPr lang="el-GR" sz="1400" b="0" i="0">
                        <a:solidFill>
                          <a:srgbClr val="C00000"/>
                        </a:solidFill>
                        <a:effectLst/>
                        <a:latin typeface="KaTeX_Main"/>
                      </a:rPr>
                      <a:t>​(</a:t>
                    </a:r>
                    <a:r>
                      <a:rPr lang="en-US" sz="1400" b="0" i="0">
                        <a:solidFill>
                          <a:srgbClr val="C00000"/>
                        </a:solidFill>
                        <a:effectLst/>
                        <a:latin typeface="KaTeX_Main"/>
                      </a:rPr>
                      <a:t>4</a:t>
                    </a:r>
                    <a:r>
                      <a:rPr lang="el-GR" sz="1400" b="0" i="0">
                        <a:solidFill>
                          <a:srgbClr val="C00000"/>
                        </a:solidFill>
                        <a:effectLst/>
                        <a:latin typeface="KaTeX_Main"/>
                      </a:rPr>
                      <a:t>∣</a:t>
                    </a:r>
                    <a:r>
                      <a:rPr lang="en-US" sz="1400" b="0" i="0">
                        <a:solidFill>
                          <a:srgbClr val="C00000"/>
                        </a:solidFill>
                        <a:effectLst/>
                        <a:latin typeface="KaTeX_Main"/>
                      </a:rPr>
                      <a:t>00</a:t>
                    </a:r>
                    <a:r>
                      <a:rPr lang="el-GR" sz="1400" b="0" i="0">
                        <a:solidFill>
                          <a:srgbClr val="C00000"/>
                        </a:solidFill>
                        <a:effectLst/>
                        <a:latin typeface="KaTeX_Main"/>
                      </a:rPr>
                      <a:t>⟩+5∣01⟩+8∣10⟩+0∣11⟩</a:t>
                    </a:r>
                    <a:r>
                      <a:rPr lang="en-US" sz="1400" b="0" i="0">
                        <a:solidFill>
                          <a:srgbClr val="C00000"/>
                        </a:solidFill>
                        <a:effectLst/>
                        <a:latin typeface="KaTeX_Main"/>
                      </a:rPr>
                      <a:t>)</a:t>
                    </a:r>
                    <a:endParaRPr lang="en-US" sz="1400">
                      <a:solidFill>
                        <a:srgbClr val="C00000"/>
                      </a:solidFill>
                    </a:endParaRPr>
                  </a:p>
                </p:txBody>
              </p:sp>
            </mc:Choice>
            <mc:Fallback>
              <p:sp>
                <p:nvSpPr>
                  <p:cNvPr id="210" name="TextBox 209">
                    <a:extLst>
                      <a:ext uri="{FF2B5EF4-FFF2-40B4-BE49-F238E27FC236}">
                        <a16:creationId xmlns:a16="http://schemas.microsoft.com/office/drawing/2014/main" id="{817171BE-0091-F8B3-059A-2D76BC8F9F31}"/>
                      </a:ext>
                    </a:extLst>
                  </p:cNvPr>
                  <p:cNvSpPr txBox="1">
                    <a:spLocks noRot="1" noChangeAspect="1" noMove="1" noResize="1" noEditPoints="1" noAdjustHandles="1" noChangeArrowheads="1" noChangeShapeType="1" noTextEdit="1"/>
                  </p:cNvSpPr>
                  <p:nvPr/>
                </p:nvSpPr>
                <p:spPr>
                  <a:xfrm>
                    <a:off x="8093217" y="6116638"/>
                    <a:ext cx="3547085" cy="408830"/>
                  </a:xfrm>
                  <a:prstGeom prst="rect">
                    <a:avLst/>
                  </a:prstGeom>
                  <a:blipFill>
                    <a:blip r:embed="rId14"/>
                    <a:stretch>
                      <a:fillRect l="-479"/>
                    </a:stretch>
                  </a:blipFill>
                </p:spPr>
                <p:txBody>
                  <a:bodyPr/>
                  <a:lstStyle/>
                  <a:p>
                    <a:r>
                      <a:rPr lang="en-US">
                        <a:noFill/>
                      </a:rPr>
                      <a:t> </a:t>
                    </a:r>
                  </a:p>
                </p:txBody>
              </p:sp>
            </mc:Fallback>
          </mc:AlternateContent>
          <p:pic>
            <p:nvPicPr>
              <p:cNvPr id="241" name="Picture 240">
                <a:extLst>
                  <a:ext uri="{FF2B5EF4-FFF2-40B4-BE49-F238E27FC236}">
                    <a16:creationId xmlns:a16="http://schemas.microsoft.com/office/drawing/2014/main" id="{99CE2F51-0117-F855-3C72-9578A01BF2F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006386" y="4360805"/>
                <a:ext cx="2668571" cy="1779048"/>
              </a:xfrm>
              <a:prstGeom prst="rect">
                <a:avLst/>
              </a:prstGeom>
            </p:spPr>
          </p:pic>
        </p:grpSp>
        <p:sp>
          <p:nvSpPr>
            <p:cNvPr id="4" name="TextBox 3">
              <a:extLst>
                <a:ext uri="{FF2B5EF4-FFF2-40B4-BE49-F238E27FC236}">
                  <a16:creationId xmlns:a16="http://schemas.microsoft.com/office/drawing/2014/main" id="{6DEE1384-75A4-740E-3B37-F586DCF22ACD}"/>
                </a:ext>
              </a:extLst>
            </p:cNvPr>
            <p:cNvSpPr txBox="1"/>
            <p:nvPr/>
          </p:nvSpPr>
          <p:spPr>
            <a:xfrm>
              <a:off x="7307473" y="5838929"/>
              <a:ext cx="1862559" cy="307777"/>
            </a:xfrm>
            <a:prstGeom prst="rect">
              <a:avLst/>
            </a:prstGeom>
            <a:noFill/>
          </p:spPr>
          <p:txBody>
            <a:bodyPr wrap="square">
              <a:spAutoFit/>
            </a:bodyPr>
            <a:lstStyle/>
            <a:p>
              <a:r>
                <a:rPr lang="en-US" sz="1400" err="1"/>
                <a:t>Vpad</a:t>
              </a:r>
              <a:r>
                <a:rPr lang="en-US" sz="1400"/>
                <a:t>= [4,8,5,0]</a:t>
              </a:r>
            </a:p>
          </p:txBody>
        </p:sp>
        <p:grpSp>
          <p:nvGrpSpPr>
            <p:cNvPr id="96" name="Group 95">
              <a:extLst>
                <a:ext uri="{FF2B5EF4-FFF2-40B4-BE49-F238E27FC236}">
                  <a16:creationId xmlns:a16="http://schemas.microsoft.com/office/drawing/2014/main" id="{0F30490E-3DDB-B618-0488-FC712C63B4E3}"/>
                </a:ext>
              </a:extLst>
            </p:cNvPr>
            <p:cNvGrpSpPr/>
            <p:nvPr/>
          </p:nvGrpSpPr>
          <p:grpSpPr>
            <a:xfrm>
              <a:off x="7315303" y="4833567"/>
              <a:ext cx="1432720" cy="840083"/>
              <a:chOff x="7315303" y="4833567"/>
              <a:chExt cx="1432720" cy="840083"/>
            </a:xfrm>
          </p:grpSpPr>
          <p:pic>
            <p:nvPicPr>
              <p:cNvPr id="212" name="Graphic 211">
                <a:extLst>
                  <a:ext uri="{FF2B5EF4-FFF2-40B4-BE49-F238E27FC236}">
                    <a16:creationId xmlns:a16="http://schemas.microsoft.com/office/drawing/2014/main" id="{ADAFCAAB-D46F-AEE3-3458-8285C265D05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315303" y="5126831"/>
                <a:ext cx="1311688" cy="396908"/>
              </a:xfrm>
              <a:prstGeom prst="rect">
                <a:avLst/>
              </a:prstGeom>
            </p:spPr>
          </p:pic>
          <p:sp>
            <p:nvSpPr>
              <p:cNvPr id="87" name="TextBox 86">
                <a:extLst>
                  <a:ext uri="{FF2B5EF4-FFF2-40B4-BE49-F238E27FC236}">
                    <a16:creationId xmlns:a16="http://schemas.microsoft.com/office/drawing/2014/main" id="{C9596A9F-CD08-1F04-DAFD-DA303309C021}"/>
                  </a:ext>
                </a:extLst>
              </p:cNvPr>
              <p:cNvSpPr txBox="1"/>
              <p:nvPr/>
            </p:nvSpPr>
            <p:spPr>
              <a:xfrm>
                <a:off x="7429842" y="4887859"/>
                <a:ext cx="291073" cy="369332"/>
              </a:xfrm>
              <a:prstGeom prst="rect">
                <a:avLst/>
              </a:prstGeom>
              <a:noFill/>
            </p:spPr>
            <p:txBody>
              <a:bodyPr wrap="square" rtlCol="0">
                <a:spAutoFit/>
              </a:bodyPr>
              <a:lstStyle/>
              <a:p>
                <a:r>
                  <a:rPr lang="el-GR"/>
                  <a:t>α</a:t>
                </a:r>
                <a:endParaRPr lang="en-US"/>
              </a:p>
            </p:txBody>
          </p:sp>
          <p:sp>
            <p:nvSpPr>
              <p:cNvPr id="89" name="TextBox 88">
                <a:extLst>
                  <a:ext uri="{FF2B5EF4-FFF2-40B4-BE49-F238E27FC236}">
                    <a16:creationId xmlns:a16="http://schemas.microsoft.com/office/drawing/2014/main" id="{33DFBFFF-84EE-58E6-55F6-147BD87E373B}"/>
                  </a:ext>
                </a:extLst>
              </p:cNvPr>
              <p:cNvSpPr txBox="1"/>
              <p:nvPr/>
            </p:nvSpPr>
            <p:spPr>
              <a:xfrm>
                <a:off x="7810899" y="5304318"/>
                <a:ext cx="291073" cy="369332"/>
              </a:xfrm>
              <a:prstGeom prst="rect">
                <a:avLst/>
              </a:prstGeom>
              <a:noFill/>
            </p:spPr>
            <p:txBody>
              <a:bodyPr wrap="square" rtlCol="0">
                <a:spAutoFit/>
              </a:bodyPr>
              <a:lstStyle/>
              <a:p>
                <a:r>
                  <a:rPr lang="el-GR"/>
                  <a:t>α</a:t>
                </a:r>
                <a:endParaRPr lang="en-US"/>
              </a:p>
            </p:txBody>
          </p:sp>
          <p:sp>
            <p:nvSpPr>
              <p:cNvPr id="90" name="TextBox 89">
                <a:extLst>
                  <a:ext uri="{FF2B5EF4-FFF2-40B4-BE49-F238E27FC236}">
                    <a16:creationId xmlns:a16="http://schemas.microsoft.com/office/drawing/2014/main" id="{0FA08019-C766-D473-B245-FD26A4AAC993}"/>
                  </a:ext>
                </a:extLst>
              </p:cNvPr>
              <p:cNvSpPr txBox="1"/>
              <p:nvPr/>
            </p:nvSpPr>
            <p:spPr>
              <a:xfrm>
                <a:off x="8093217" y="4833567"/>
                <a:ext cx="291073" cy="369332"/>
              </a:xfrm>
              <a:prstGeom prst="rect">
                <a:avLst/>
              </a:prstGeom>
              <a:noFill/>
            </p:spPr>
            <p:txBody>
              <a:bodyPr wrap="square" rtlCol="0">
                <a:spAutoFit/>
              </a:bodyPr>
              <a:lstStyle/>
              <a:p>
                <a:r>
                  <a:rPr lang="el-GR"/>
                  <a:t>α</a:t>
                </a:r>
                <a:endParaRPr lang="en-US"/>
              </a:p>
            </p:txBody>
          </p:sp>
          <p:sp>
            <p:nvSpPr>
              <p:cNvPr id="91" name="TextBox 90">
                <a:extLst>
                  <a:ext uri="{FF2B5EF4-FFF2-40B4-BE49-F238E27FC236}">
                    <a16:creationId xmlns:a16="http://schemas.microsoft.com/office/drawing/2014/main" id="{0B135BE2-A6FB-F211-0C31-E303C5B14775}"/>
                  </a:ext>
                </a:extLst>
              </p:cNvPr>
              <p:cNvSpPr txBox="1"/>
              <p:nvPr/>
            </p:nvSpPr>
            <p:spPr>
              <a:xfrm>
                <a:off x="8456950" y="5274068"/>
                <a:ext cx="291073" cy="369332"/>
              </a:xfrm>
              <a:prstGeom prst="rect">
                <a:avLst/>
              </a:prstGeom>
              <a:noFill/>
            </p:spPr>
            <p:txBody>
              <a:bodyPr wrap="square" rtlCol="0">
                <a:spAutoFit/>
              </a:bodyPr>
              <a:lstStyle/>
              <a:p>
                <a:r>
                  <a:rPr lang="el-GR"/>
                  <a:t>α</a:t>
                </a:r>
                <a:endParaRPr lang="en-US"/>
              </a:p>
            </p:txBody>
          </p:sp>
        </p:grpSp>
        <p:sp>
          <p:nvSpPr>
            <p:cNvPr id="95" name="TextBox 94">
              <a:extLst>
                <a:ext uri="{FF2B5EF4-FFF2-40B4-BE49-F238E27FC236}">
                  <a16:creationId xmlns:a16="http://schemas.microsoft.com/office/drawing/2014/main" id="{C47DE6D0-D218-B174-BB73-700E023F6156}"/>
                </a:ext>
              </a:extLst>
            </p:cNvPr>
            <p:cNvSpPr txBox="1"/>
            <p:nvPr/>
          </p:nvSpPr>
          <p:spPr>
            <a:xfrm>
              <a:off x="8456950" y="3617169"/>
              <a:ext cx="2652685" cy="369332"/>
            </a:xfrm>
            <a:prstGeom prst="rect">
              <a:avLst/>
            </a:prstGeom>
            <a:noFill/>
          </p:spPr>
          <p:txBody>
            <a:bodyPr wrap="square" rtlCol="0">
              <a:spAutoFit/>
            </a:bodyPr>
            <a:lstStyle/>
            <a:p>
              <a:r>
                <a:rPr lang="en-US" b="1">
                  <a:ln w="0"/>
                  <a:effectLst>
                    <a:outerShdw blurRad="38100" dist="19050" dir="2700000" algn="tl" rotWithShape="0">
                      <a:schemeClr val="dk1">
                        <a:alpha val="40000"/>
                      </a:schemeClr>
                    </a:outerShdw>
                  </a:effectLst>
                </a:rPr>
                <a:t>Amplitude Encoding</a:t>
              </a:r>
            </a:p>
          </p:txBody>
        </p:sp>
      </p:grpSp>
      <p:grpSp>
        <p:nvGrpSpPr>
          <p:cNvPr id="15" name="Group 14">
            <a:extLst>
              <a:ext uri="{FF2B5EF4-FFF2-40B4-BE49-F238E27FC236}">
                <a16:creationId xmlns:a16="http://schemas.microsoft.com/office/drawing/2014/main" id="{DC92D539-A74A-D193-0659-3D92E6D5D3D5}"/>
              </a:ext>
            </a:extLst>
          </p:cNvPr>
          <p:cNvGrpSpPr/>
          <p:nvPr/>
        </p:nvGrpSpPr>
        <p:grpSpPr>
          <a:xfrm>
            <a:off x="4435761" y="1196710"/>
            <a:ext cx="3662682" cy="2855299"/>
            <a:chOff x="4435761" y="1196710"/>
            <a:chExt cx="3662682" cy="2855299"/>
          </a:xfrm>
        </p:grpSpPr>
        <p:grpSp>
          <p:nvGrpSpPr>
            <p:cNvPr id="100" name="Group 99">
              <a:extLst>
                <a:ext uri="{FF2B5EF4-FFF2-40B4-BE49-F238E27FC236}">
                  <a16:creationId xmlns:a16="http://schemas.microsoft.com/office/drawing/2014/main" id="{A66CB3C6-205F-75CF-699B-62B5B8C96D6A}"/>
                </a:ext>
              </a:extLst>
            </p:cNvPr>
            <p:cNvGrpSpPr/>
            <p:nvPr/>
          </p:nvGrpSpPr>
          <p:grpSpPr>
            <a:xfrm>
              <a:off x="4660733" y="1196710"/>
              <a:ext cx="3197870" cy="2855299"/>
              <a:chOff x="4969479" y="1250213"/>
              <a:chExt cx="2934716" cy="2611307"/>
            </a:xfrm>
          </p:grpSpPr>
          <p:sp>
            <p:nvSpPr>
              <p:cNvPr id="64" name="Rectangle: Rounded Corners 63">
                <a:extLst>
                  <a:ext uri="{FF2B5EF4-FFF2-40B4-BE49-F238E27FC236}">
                    <a16:creationId xmlns:a16="http://schemas.microsoft.com/office/drawing/2014/main" id="{AC535336-B672-5E9B-DAA2-9AFF9DAE4B56}"/>
                  </a:ext>
                </a:extLst>
              </p:cNvPr>
              <p:cNvSpPr/>
              <p:nvPr/>
            </p:nvSpPr>
            <p:spPr>
              <a:xfrm>
                <a:off x="4969479" y="1250213"/>
                <a:ext cx="2934716" cy="1849444"/>
              </a:xfrm>
              <a:prstGeom prst="roundRect">
                <a:avLst/>
              </a:prstGeom>
              <a:solidFill>
                <a:schemeClr val="bg2"/>
              </a:solidFill>
              <a:ln w="15875">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6" name="Group 115">
                <a:extLst>
                  <a:ext uri="{FF2B5EF4-FFF2-40B4-BE49-F238E27FC236}">
                    <a16:creationId xmlns:a16="http://schemas.microsoft.com/office/drawing/2014/main" id="{B9F3109E-0A9D-E5FB-A184-4ECA16B401C6}"/>
                  </a:ext>
                </a:extLst>
              </p:cNvPr>
              <p:cNvGrpSpPr/>
              <p:nvPr/>
            </p:nvGrpSpPr>
            <p:grpSpPr>
              <a:xfrm>
                <a:off x="6298703" y="3039486"/>
                <a:ext cx="466109" cy="369332"/>
                <a:chOff x="5639348" y="3720590"/>
                <a:chExt cx="466109" cy="369332"/>
              </a:xfrm>
            </p:grpSpPr>
            <p:sp>
              <p:nvSpPr>
                <p:cNvPr id="84" name="TextBox 83">
                  <a:extLst>
                    <a:ext uri="{FF2B5EF4-FFF2-40B4-BE49-F238E27FC236}">
                      <a16:creationId xmlns:a16="http://schemas.microsoft.com/office/drawing/2014/main" id="{ED211484-B235-53D1-C197-90172A783FA3}"/>
                    </a:ext>
                  </a:extLst>
                </p:cNvPr>
                <p:cNvSpPr txBox="1"/>
                <p:nvPr/>
              </p:nvSpPr>
              <p:spPr>
                <a:xfrm>
                  <a:off x="5639348" y="3720590"/>
                  <a:ext cx="466109" cy="369332"/>
                </a:xfrm>
                <a:prstGeom prst="rect">
                  <a:avLst/>
                </a:prstGeom>
                <a:noFill/>
              </p:spPr>
              <p:txBody>
                <a:bodyPr wrap="square" rtlCol="0">
                  <a:spAutoFit/>
                </a:bodyPr>
                <a:lstStyle/>
                <a:p>
                  <a:r>
                    <a:rPr lang="en-US"/>
                    <a:t>U</a:t>
                  </a:r>
                </a:p>
              </p:txBody>
            </p:sp>
            <p:pic>
              <p:nvPicPr>
                <p:cNvPr id="86" name="Picture 85">
                  <a:extLst>
                    <a:ext uri="{FF2B5EF4-FFF2-40B4-BE49-F238E27FC236}">
                      <a16:creationId xmlns:a16="http://schemas.microsoft.com/office/drawing/2014/main" id="{D20AAC81-E823-9D67-76A5-A4813B2E32BE}"/>
                    </a:ext>
                  </a:extLst>
                </p:cNvPr>
                <p:cNvPicPr>
                  <a:picLocks noChangeAspect="1"/>
                </p:cNvPicPr>
                <p:nvPr/>
              </p:nvPicPr>
              <p:blipFill>
                <a:blip r:embed="rId17"/>
                <a:stretch>
                  <a:fillRect/>
                </a:stretch>
              </p:blipFill>
              <p:spPr>
                <a:xfrm>
                  <a:off x="5848158" y="3842633"/>
                  <a:ext cx="187940" cy="247289"/>
                </a:xfrm>
                <a:prstGeom prst="rect">
                  <a:avLst/>
                </a:prstGeom>
              </p:spPr>
            </p:pic>
          </p:grpSp>
          <p:sp>
            <p:nvSpPr>
              <p:cNvPr id="8" name="TextBox 7">
                <a:extLst>
                  <a:ext uri="{FF2B5EF4-FFF2-40B4-BE49-F238E27FC236}">
                    <a16:creationId xmlns:a16="http://schemas.microsoft.com/office/drawing/2014/main" id="{49582EEC-620D-EDBF-84D2-ECD752D2378A}"/>
                  </a:ext>
                </a:extLst>
              </p:cNvPr>
              <p:cNvSpPr txBox="1"/>
              <p:nvPr/>
            </p:nvSpPr>
            <p:spPr>
              <a:xfrm>
                <a:off x="5050703" y="3326715"/>
                <a:ext cx="2806977" cy="534805"/>
              </a:xfrm>
              <a:prstGeom prst="rect">
                <a:avLst/>
              </a:prstGeom>
              <a:noFill/>
            </p:spPr>
            <p:txBody>
              <a:bodyPr wrap="square" rtlCol="0">
                <a:spAutoFit/>
              </a:bodyPr>
              <a:lstStyle/>
              <a:p>
                <a:pPr algn="ctr"/>
                <a:r>
                  <a:rPr lang="en-US" sz="1600" b="1">
                    <a:solidFill>
                      <a:srgbClr val="002060"/>
                    </a:solidFill>
                  </a:rPr>
                  <a:t>Parameterized Quantum </a:t>
                </a:r>
              </a:p>
              <a:p>
                <a:pPr algn="ctr"/>
                <a:r>
                  <a:rPr lang="en-US" sz="1600" b="1">
                    <a:solidFill>
                      <a:srgbClr val="002060"/>
                    </a:solidFill>
                  </a:rPr>
                  <a:t>Circuit (PQC)</a:t>
                </a:r>
              </a:p>
            </p:txBody>
          </p:sp>
        </p:grpSp>
        <p:grpSp>
          <p:nvGrpSpPr>
            <p:cNvPr id="2" name="Group 1">
              <a:extLst>
                <a:ext uri="{FF2B5EF4-FFF2-40B4-BE49-F238E27FC236}">
                  <a16:creationId xmlns:a16="http://schemas.microsoft.com/office/drawing/2014/main" id="{34A481DB-1131-4FAD-9242-F083DB5D5C75}"/>
                </a:ext>
              </a:extLst>
            </p:cNvPr>
            <p:cNvGrpSpPr/>
            <p:nvPr/>
          </p:nvGrpSpPr>
          <p:grpSpPr>
            <a:xfrm>
              <a:off x="4435761" y="1232350"/>
              <a:ext cx="3662682" cy="1964144"/>
              <a:chOff x="4435761" y="1232350"/>
              <a:chExt cx="3662682" cy="1964144"/>
            </a:xfrm>
          </p:grpSpPr>
          <p:pic>
            <p:nvPicPr>
              <p:cNvPr id="101" name="Picture 100">
                <a:extLst>
                  <a:ext uri="{FF2B5EF4-FFF2-40B4-BE49-F238E27FC236}">
                    <a16:creationId xmlns:a16="http://schemas.microsoft.com/office/drawing/2014/main" id="{0DBFC01B-44DE-3D80-8EA7-19418744CEEA}"/>
                  </a:ext>
                </a:extLst>
              </p:cNvPr>
              <p:cNvPicPr>
                <a:picLocks noChangeAspect="1"/>
              </p:cNvPicPr>
              <p:nvPr/>
            </p:nvPicPr>
            <p:blipFill>
              <a:blip r:embed="rId18"/>
              <a:srcRect l="2251" r="57055"/>
              <a:stretch>
                <a:fillRect/>
              </a:stretch>
            </p:blipFill>
            <p:spPr>
              <a:xfrm>
                <a:off x="4435761" y="1232350"/>
                <a:ext cx="1743506" cy="1963401"/>
              </a:xfrm>
              <a:prstGeom prst="rect">
                <a:avLst/>
              </a:prstGeom>
            </p:spPr>
          </p:pic>
          <p:pic>
            <p:nvPicPr>
              <p:cNvPr id="102" name="Picture 101">
                <a:extLst>
                  <a:ext uri="{FF2B5EF4-FFF2-40B4-BE49-F238E27FC236}">
                    <a16:creationId xmlns:a16="http://schemas.microsoft.com/office/drawing/2014/main" id="{4E01962D-6F6F-D2A4-6D3E-AA3B9F8E805B}"/>
                  </a:ext>
                </a:extLst>
              </p:cNvPr>
              <p:cNvPicPr>
                <a:picLocks noChangeAspect="1"/>
              </p:cNvPicPr>
              <p:nvPr/>
            </p:nvPicPr>
            <p:blipFill>
              <a:blip r:embed="rId18"/>
              <a:srcRect l="42700" r="12382"/>
              <a:stretch>
                <a:fillRect/>
              </a:stretch>
            </p:blipFill>
            <p:spPr>
              <a:xfrm>
                <a:off x="6173986" y="1233093"/>
                <a:ext cx="1924457" cy="1963401"/>
              </a:xfrm>
              <a:prstGeom prst="rect">
                <a:avLst/>
              </a:prstGeom>
            </p:spPr>
          </p:pic>
        </p:grpSp>
      </p:grpSp>
      <p:sp>
        <p:nvSpPr>
          <p:cNvPr id="14" name="Title 13">
            <a:extLst>
              <a:ext uri="{FF2B5EF4-FFF2-40B4-BE49-F238E27FC236}">
                <a16:creationId xmlns:a16="http://schemas.microsoft.com/office/drawing/2014/main" id="{9DFA17E9-8164-C35B-9C5D-3EFABA24F526}"/>
              </a:ext>
            </a:extLst>
          </p:cNvPr>
          <p:cNvSpPr>
            <a:spLocks noGrp="1"/>
          </p:cNvSpPr>
          <p:nvPr>
            <p:ph type="title"/>
          </p:nvPr>
        </p:nvSpPr>
        <p:spPr>
          <a:xfrm>
            <a:off x="48522" y="74537"/>
            <a:ext cx="12001611" cy="433179"/>
          </a:xfrm>
        </p:spPr>
        <p:txBody>
          <a:bodyPr>
            <a:normAutofit fontScale="90000"/>
          </a:bodyPr>
          <a:lstStyle/>
          <a:p>
            <a:r>
              <a:rPr lang="en-US"/>
              <a:t>Hybrid Quantum Classical Machine Learning Model</a:t>
            </a:r>
          </a:p>
        </p:txBody>
      </p:sp>
      <p:sp>
        <p:nvSpPr>
          <p:cNvPr id="3" name="Slide Number Placeholder 2">
            <a:extLst>
              <a:ext uri="{FF2B5EF4-FFF2-40B4-BE49-F238E27FC236}">
                <a16:creationId xmlns:a16="http://schemas.microsoft.com/office/drawing/2014/main" id="{47E6C188-294A-DF92-CBF8-017E341891E6}"/>
              </a:ext>
            </a:extLst>
          </p:cNvPr>
          <p:cNvSpPr>
            <a:spLocks noGrp="1"/>
          </p:cNvSpPr>
          <p:nvPr>
            <p:ph type="sldNum" sz="quarter" idx="12"/>
          </p:nvPr>
        </p:nvSpPr>
        <p:spPr/>
        <p:txBody>
          <a:bodyPr/>
          <a:lstStyle/>
          <a:p>
            <a:fld id="{B8661DC6-780D-41F1-B3E6-BAC31697093D}" type="slidenum">
              <a:rPr lang="en-US" smtClean="0"/>
              <a:pPr/>
              <a:t>10</a:t>
            </a:fld>
            <a:endParaRPr lang="en-US"/>
          </a:p>
        </p:txBody>
      </p:sp>
    </p:spTree>
    <p:extLst>
      <p:ext uri="{BB962C8B-B14F-4D97-AF65-F5344CB8AC3E}">
        <p14:creationId xmlns:p14="http://schemas.microsoft.com/office/powerpoint/2010/main" val="383934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
          <a:extLst>
            <a:ext uri="{FF2B5EF4-FFF2-40B4-BE49-F238E27FC236}">
              <a16:creationId xmlns:a16="http://schemas.microsoft.com/office/drawing/2014/main" id="{11F3867F-7895-53A4-BB87-63DC10713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AB0C8-9B05-A53E-5FDD-4E850CB9100D}"/>
              </a:ext>
            </a:extLst>
          </p:cNvPr>
          <p:cNvSpPr>
            <a:spLocks noGrp="1"/>
          </p:cNvSpPr>
          <p:nvPr>
            <p:ph type="title"/>
          </p:nvPr>
        </p:nvSpPr>
        <p:spPr/>
        <p:txBody>
          <a:bodyPr>
            <a:normAutofit fontScale="90000"/>
          </a:bodyPr>
          <a:lstStyle/>
          <a:p>
            <a:r>
              <a:rPr lang="en-US"/>
              <a:t>Why Quantum Machine Learning (QML)</a:t>
            </a:r>
          </a:p>
        </p:txBody>
      </p:sp>
      <p:sp>
        <p:nvSpPr>
          <p:cNvPr id="4" name="Slide Number Placeholder 3">
            <a:extLst>
              <a:ext uri="{FF2B5EF4-FFF2-40B4-BE49-F238E27FC236}">
                <a16:creationId xmlns:a16="http://schemas.microsoft.com/office/drawing/2014/main" id="{B2AA5E2A-964E-498E-A6C4-26889C7F9ABD}"/>
              </a:ext>
            </a:extLst>
          </p:cNvPr>
          <p:cNvSpPr>
            <a:spLocks noGrp="1"/>
          </p:cNvSpPr>
          <p:nvPr>
            <p:ph type="sldNum" sz="quarter" idx="12"/>
          </p:nvPr>
        </p:nvSpPr>
        <p:spPr/>
        <p:txBody>
          <a:bodyPr/>
          <a:lstStyle/>
          <a:p>
            <a:fld id="{B8661DC6-780D-41F1-B3E6-BAC31697093D}" type="slidenum">
              <a:rPr lang="en-US" smtClean="0"/>
              <a:pPr/>
              <a:t>11</a:t>
            </a:fld>
            <a:endParaRPr lang="en-US"/>
          </a:p>
        </p:txBody>
      </p:sp>
      <p:sp>
        <p:nvSpPr>
          <p:cNvPr id="17" name="TextBox 16">
            <a:extLst>
              <a:ext uri="{FF2B5EF4-FFF2-40B4-BE49-F238E27FC236}">
                <a16:creationId xmlns:a16="http://schemas.microsoft.com/office/drawing/2014/main" id="{36D115E0-6222-B9FE-6B29-F7FBDCB709D4}"/>
              </a:ext>
            </a:extLst>
          </p:cNvPr>
          <p:cNvSpPr txBox="1"/>
          <p:nvPr/>
        </p:nvSpPr>
        <p:spPr>
          <a:xfrm>
            <a:off x="105482" y="701764"/>
            <a:ext cx="11920746" cy="923330"/>
          </a:xfrm>
          <a:prstGeom prst="rect">
            <a:avLst/>
          </a:prstGeom>
          <a:noFill/>
          <a:ln w="28575">
            <a:solidFill>
              <a:schemeClr val="accent1">
                <a:lumMod val="60000"/>
                <a:lumOff val="40000"/>
              </a:schemeClr>
            </a:solidFill>
          </a:ln>
        </p:spPr>
        <p:txBody>
          <a:bodyPr wrap="square">
            <a:spAutoFit/>
          </a:bodyPr>
          <a:lstStyle/>
          <a:p>
            <a:r>
              <a:rPr lang="en-US" b="1">
                <a:solidFill>
                  <a:schemeClr val="accent4">
                    <a:lumMod val="75000"/>
                  </a:schemeClr>
                </a:solidFill>
              </a:rPr>
              <a:t>Intuition:</a:t>
            </a:r>
          </a:p>
          <a:p>
            <a:r>
              <a:rPr lang="en-US" b="1"/>
              <a:t>Quantum systems naturally live in exponentially large vector spaces named Hilbert space, and maybe that allows them to represent complicated features more efficiently than classical models.</a:t>
            </a:r>
          </a:p>
        </p:txBody>
      </p:sp>
      <p:sp>
        <p:nvSpPr>
          <p:cNvPr id="5" name="TextBox 4">
            <a:extLst>
              <a:ext uri="{FF2B5EF4-FFF2-40B4-BE49-F238E27FC236}">
                <a16:creationId xmlns:a16="http://schemas.microsoft.com/office/drawing/2014/main" id="{5B1F2419-D27F-C4C3-7068-C67B998FAEEF}"/>
              </a:ext>
            </a:extLst>
          </p:cNvPr>
          <p:cNvSpPr txBox="1"/>
          <p:nvPr/>
        </p:nvSpPr>
        <p:spPr>
          <a:xfrm>
            <a:off x="105482" y="1738861"/>
            <a:ext cx="5418625" cy="4524315"/>
          </a:xfrm>
          <a:prstGeom prst="rect">
            <a:avLst/>
          </a:prstGeom>
          <a:noFill/>
        </p:spPr>
        <p:txBody>
          <a:bodyPr wrap="square">
            <a:spAutoFit/>
          </a:bodyPr>
          <a:lstStyle/>
          <a:p>
            <a:pPr>
              <a:buNone/>
            </a:pPr>
            <a:r>
              <a:rPr lang="en-US" b="1"/>
              <a:t>A single qubit:</a:t>
            </a:r>
          </a:p>
          <a:p>
            <a:pPr rtl="0">
              <a:buNone/>
            </a:pPr>
            <a:r>
              <a:rPr lang="en-US">
                <a:latin typeface="Courier New" panose="02070309020205020404" pitchFamily="49" charset="0"/>
              </a:rPr>
              <a:t>|</a:t>
            </a:r>
            <a:r>
              <a:rPr lang="el-GR">
                <a:latin typeface="Courier New" panose="02070309020205020404" pitchFamily="49" charset="0"/>
              </a:rPr>
              <a:t>ψ⟩= α|0⟩ + β|1⟩</a:t>
            </a:r>
          </a:p>
          <a:p>
            <a:pPr>
              <a:buNone/>
            </a:pPr>
            <a:r>
              <a:rPr lang="en-US"/>
              <a:t>lives in a 2D complex vector space.</a:t>
            </a:r>
          </a:p>
          <a:p>
            <a:pPr>
              <a:buNone/>
            </a:pPr>
            <a:endParaRPr lang="en-US"/>
          </a:p>
          <a:p>
            <a:pPr>
              <a:buNone/>
            </a:pPr>
            <a:r>
              <a:rPr lang="en-US" b="1"/>
              <a:t>2 qubits:</a:t>
            </a:r>
            <a:endParaRPr lang="en-US"/>
          </a:p>
          <a:p>
            <a:pPr rtl="0">
              <a:buNone/>
            </a:pPr>
            <a:r>
              <a:rPr lang="en-US">
                <a:latin typeface="Courier New" panose="02070309020205020404" pitchFamily="49" charset="0"/>
              </a:rPr>
              <a:t>|</a:t>
            </a:r>
            <a:r>
              <a:rPr lang="el-GR">
                <a:latin typeface="Courier New" panose="02070309020205020404" pitchFamily="49" charset="0"/>
              </a:rPr>
              <a:t>ψ⟩= α00|00⟩+</a:t>
            </a:r>
            <a:r>
              <a:rPr lang="en-US">
                <a:latin typeface="Courier New" panose="02070309020205020404" pitchFamily="49" charset="0"/>
              </a:rPr>
              <a:t> </a:t>
            </a:r>
            <a:r>
              <a:rPr lang="el-GR">
                <a:latin typeface="Courier New" panose="02070309020205020404" pitchFamily="49" charset="0"/>
              </a:rPr>
              <a:t>α01|01⟩+</a:t>
            </a:r>
            <a:r>
              <a:rPr lang="en-US">
                <a:latin typeface="Courier New" panose="02070309020205020404" pitchFamily="49" charset="0"/>
              </a:rPr>
              <a:t> </a:t>
            </a:r>
            <a:r>
              <a:rPr lang="el-GR">
                <a:latin typeface="Courier New" panose="02070309020205020404" pitchFamily="49" charset="0"/>
              </a:rPr>
              <a:t>α10|10⟩+ α11|11⟩</a:t>
            </a:r>
          </a:p>
          <a:p>
            <a:pPr>
              <a:buNone/>
            </a:pPr>
            <a:r>
              <a:rPr lang="en-US"/>
              <a:t>This is 4D.</a:t>
            </a:r>
          </a:p>
          <a:p>
            <a:pPr>
              <a:buNone/>
            </a:pPr>
            <a:endParaRPr lang="en-US"/>
          </a:p>
          <a:p>
            <a:pPr>
              <a:buNone/>
            </a:pPr>
            <a:r>
              <a:rPr lang="en-US" b="1"/>
              <a:t>n qubits: </a:t>
            </a:r>
          </a:p>
          <a:p>
            <a:pPr>
              <a:buNone/>
            </a:pPr>
            <a:r>
              <a:rPr lang="en-US"/>
              <a:t>Dimension becomes:</a:t>
            </a:r>
          </a:p>
          <a:p>
            <a:r>
              <a:rPr lang="en-US">
                <a:latin typeface="Courier New" panose="02070309020205020404" pitchFamily="49" charset="0"/>
              </a:rPr>
              <a:t>2^n</a:t>
            </a:r>
          </a:p>
          <a:p>
            <a:pPr>
              <a:buNone/>
            </a:pPr>
            <a:r>
              <a:rPr lang="en-US"/>
              <a:t>So:</a:t>
            </a:r>
          </a:p>
          <a:p>
            <a:pPr>
              <a:buFont typeface="Arial" panose="020B0604020202020204" pitchFamily="34" charset="0"/>
              <a:buChar char="•"/>
            </a:pPr>
            <a:r>
              <a:rPr lang="en-US"/>
              <a:t>10 qubits → 1024 dimensions </a:t>
            </a:r>
          </a:p>
          <a:p>
            <a:pPr>
              <a:buFont typeface="Arial" panose="020B0604020202020204" pitchFamily="34" charset="0"/>
              <a:buChar char="•"/>
            </a:pPr>
            <a:r>
              <a:rPr lang="en-US"/>
              <a:t>50 qubits → ~10^15 dimensions </a:t>
            </a:r>
          </a:p>
          <a:p>
            <a:pPr>
              <a:buFont typeface="Arial" panose="020B0604020202020204" pitchFamily="34" charset="0"/>
              <a:buChar char="•"/>
            </a:pPr>
            <a:r>
              <a:rPr lang="en-US" b="1"/>
              <a:t>300 qubits → </a:t>
            </a:r>
            <a:r>
              <a:rPr lang="en-US" b="1">
                <a:solidFill>
                  <a:srgbClr val="FF0000"/>
                </a:solidFill>
              </a:rPr>
              <a:t>more than atoms in universe</a:t>
            </a:r>
          </a:p>
          <a:p>
            <a:pPr>
              <a:buNone/>
            </a:pPr>
            <a:endParaRPr lang="en-US"/>
          </a:p>
        </p:txBody>
      </p:sp>
      <p:sp>
        <p:nvSpPr>
          <p:cNvPr id="8" name="TextBox 7">
            <a:extLst>
              <a:ext uri="{FF2B5EF4-FFF2-40B4-BE49-F238E27FC236}">
                <a16:creationId xmlns:a16="http://schemas.microsoft.com/office/drawing/2014/main" id="{F3F06933-7F23-4187-7984-ACDD1102A4B8}"/>
              </a:ext>
            </a:extLst>
          </p:cNvPr>
          <p:cNvSpPr txBox="1"/>
          <p:nvPr/>
        </p:nvSpPr>
        <p:spPr>
          <a:xfrm>
            <a:off x="5914755" y="2228671"/>
            <a:ext cx="6141394" cy="1477328"/>
          </a:xfrm>
          <a:prstGeom prst="rect">
            <a:avLst/>
          </a:prstGeom>
          <a:noFill/>
          <a:ln w="19050">
            <a:solidFill>
              <a:schemeClr val="accent6"/>
            </a:solidFill>
          </a:ln>
        </p:spPr>
        <p:txBody>
          <a:bodyPr wrap="square">
            <a:spAutoFit/>
          </a:bodyPr>
          <a:lstStyle/>
          <a:p>
            <a:pPr>
              <a:buNone/>
            </a:pPr>
            <a:r>
              <a:rPr lang="en-US" sz="3600" b="1">
                <a:solidFill>
                  <a:schemeClr val="accent3"/>
                </a:solidFill>
              </a:rPr>
              <a:t>The hope is:</a:t>
            </a:r>
          </a:p>
          <a:p>
            <a:pPr marL="285750" indent="-285750">
              <a:buFont typeface="Wingdings" panose="05000000000000000000" pitchFamily="2" charset="2"/>
              <a:buChar char="Ø"/>
            </a:pPr>
            <a:r>
              <a:rPr lang="en-US" b="1"/>
              <a:t>Some structures may become simple in Hilbert space.</a:t>
            </a:r>
          </a:p>
          <a:p>
            <a:endParaRPr lang="en-US" b="1"/>
          </a:p>
          <a:p>
            <a:pPr marL="285750" indent="-285750">
              <a:buFont typeface="Wingdings" panose="05000000000000000000" pitchFamily="2" charset="2"/>
              <a:buChar char="Ø"/>
            </a:pPr>
            <a:r>
              <a:rPr lang="en-US" b="1"/>
              <a:t>Entanglement increases expressivity of QML models</a:t>
            </a:r>
          </a:p>
        </p:txBody>
      </p:sp>
      <p:sp>
        <p:nvSpPr>
          <p:cNvPr id="10" name="TextBox 9">
            <a:extLst>
              <a:ext uri="{FF2B5EF4-FFF2-40B4-BE49-F238E27FC236}">
                <a16:creationId xmlns:a16="http://schemas.microsoft.com/office/drawing/2014/main" id="{CE27EA10-21F4-58D9-0A56-5E7FC20CE0F5}"/>
              </a:ext>
            </a:extLst>
          </p:cNvPr>
          <p:cNvSpPr txBox="1"/>
          <p:nvPr/>
        </p:nvSpPr>
        <p:spPr>
          <a:xfrm>
            <a:off x="5914755" y="4645787"/>
            <a:ext cx="6151906" cy="1477328"/>
          </a:xfrm>
          <a:prstGeom prst="rect">
            <a:avLst/>
          </a:prstGeom>
          <a:noFill/>
          <a:ln w="19050">
            <a:solidFill>
              <a:srgbClr val="FF0000"/>
            </a:solidFill>
          </a:ln>
        </p:spPr>
        <p:txBody>
          <a:bodyPr wrap="square" rtlCol="0">
            <a:spAutoFit/>
          </a:bodyPr>
          <a:lstStyle/>
          <a:p>
            <a:r>
              <a:rPr lang="en-US" sz="3600" b="1">
                <a:solidFill>
                  <a:srgbClr val="FF0000"/>
                </a:solidFill>
              </a:rPr>
              <a:t>Problem is:</a:t>
            </a:r>
          </a:p>
          <a:p>
            <a:pPr marL="285750" indent="-285750">
              <a:buFont typeface="Wingdings" panose="05000000000000000000" pitchFamily="2" charset="2"/>
              <a:buChar char="Ø"/>
            </a:pPr>
            <a:r>
              <a:rPr lang="en-US" b="1"/>
              <a:t>Practical QML is currently limited to 8-20 qubits with Noisy Intermediate-Scale Quantum (NISQ) era quantum devices.</a:t>
            </a:r>
          </a:p>
        </p:txBody>
      </p:sp>
    </p:spTree>
    <p:extLst>
      <p:ext uri="{BB962C8B-B14F-4D97-AF65-F5344CB8AC3E}">
        <p14:creationId xmlns:p14="http://schemas.microsoft.com/office/powerpoint/2010/main" val="1076624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5" grpId="0"/>
      <p:bldP spid="8"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
          <a:extLst>
            <a:ext uri="{FF2B5EF4-FFF2-40B4-BE49-F238E27FC236}">
              <a16:creationId xmlns:a16="http://schemas.microsoft.com/office/drawing/2014/main" id="{B9FC26FC-C756-B178-B552-300E49B88B32}"/>
            </a:ext>
          </a:extLst>
        </p:cNvPr>
        <p:cNvGrpSpPr/>
        <p:nvPr/>
      </p:nvGrpSpPr>
      <p:grpSpPr>
        <a:xfrm>
          <a:off x="0" y="0"/>
          <a:ext cx="0" cy="0"/>
          <a:chOff x="0" y="0"/>
          <a:chExt cx="0" cy="0"/>
        </a:xfrm>
      </p:grpSpPr>
      <p:pic>
        <p:nvPicPr>
          <p:cNvPr id="2052" name="Picture 4">
            <a:extLst>
              <a:ext uri="{FF2B5EF4-FFF2-40B4-BE49-F238E27FC236}">
                <a16:creationId xmlns:a16="http://schemas.microsoft.com/office/drawing/2014/main" id="{69A3AEAB-A143-FE76-C8C4-BBEF1FA52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0098" y="815473"/>
            <a:ext cx="1971624" cy="259753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4C5A71F2-5B01-D590-9927-F11F7B574D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3223" y="3443369"/>
            <a:ext cx="3598847" cy="3112516"/>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BDC3FA21-850D-35A4-F977-52D87E896D2C}"/>
              </a:ext>
            </a:extLst>
          </p:cNvPr>
          <p:cNvGrpSpPr/>
          <p:nvPr/>
        </p:nvGrpSpPr>
        <p:grpSpPr>
          <a:xfrm>
            <a:off x="4170717" y="3897530"/>
            <a:ext cx="3150741" cy="2849904"/>
            <a:chOff x="4170717" y="3897530"/>
            <a:chExt cx="3150741" cy="2849904"/>
          </a:xfrm>
        </p:grpSpPr>
        <p:pic>
          <p:nvPicPr>
            <p:cNvPr id="2060" name="Picture 12">
              <a:extLst>
                <a:ext uri="{FF2B5EF4-FFF2-40B4-BE49-F238E27FC236}">
                  <a16:creationId xmlns:a16="http://schemas.microsoft.com/office/drawing/2014/main" id="{37CB91FD-388E-61E8-C567-E507836C24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0541" y="3897530"/>
              <a:ext cx="2450917" cy="2849904"/>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706B2D09-47EE-CEFC-1C48-BE905C795EF6}"/>
                </a:ext>
              </a:extLst>
            </p:cNvPr>
            <p:cNvCxnSpPr/>
            <p:nvPr/>
          </p:nvCxnSpPr>
          <p:spPr>
            <a:xfrm>
              <a:off x="4170717" y="5769272"/>
              <a:ext cx="1006497"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AE35C02-C9B3-3DAD-AD8C-2B99B363968A}"/>
              </a:ext>
            </a:extLst>
          </p:cNvPr>
          <p:cNvGrpSpPr/>
          <p:nvPr/>
        </p:nvGrpSpPr>
        <p:grpSpPr>
          <a:xfrm>
            <a:off x="4542070" y="978808"/>
            <a:ext cx="2610168" cy="2918722"/>
            <a:chOff x="4542070" y="978808"/>
            <a:chExt cx="2610168" cy="2918722"/>
          </a:xfrm>
        </p:grpSpPr>
        <p:pic>
          <p:nvPicPr>
            <p:cNvPr id="2062" name="Picture 14">
              <a:extLst>
                <a:ext uri="{FF2B5EF4-FFF2-40B4-BE49-F238E27FC236}">
                  <a16:creationId xmlns:a16="http://schemas.microsoft.com/office/drawing/2014/main" id="{B7CC0110-958F-25AC-EF8E-DE4A06DD52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2070" y="978808"/>
              <a:ext cx="2610168" cy="2434202"/>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5537E278-39C8-38FD-9A61-BBB0C2633AF2}"/>
                </a:ext>
              </a:extLst>
            </p:cNvPr>
            <p:cNvCxnSpPr>
              <a:cxnSpLocks/>
            </p:cNvCxnSpPr>
            <p:nvPr/>
          </p:nvCxnSpPr>
          <p:spPr>
            <a:xfrm flipV="1">
              <a:off x="5962616" y="3431994"/>
              <a:ext cx="0" cy="465536"/>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B3B97C85-C45E-6174-F946-47C7741A5A35}"/>
              </a:ext>
            </a:extLst>
          </p:cNvPr>
          <p:cNvGrpSpPr/>
          <p:nvPr/>
        </p:nvGrpSpPr>
        <p:grpSpPr>
          <a:xfrm>
            <a:off x="6966544" y="1051296"/>
            <a:ext cx="4009372" cy="2683306"/>
            <a:chOff x="6966544" y="1051296"/>
            <a:chExt cx="4009372" cy="2683306"/>
          </a:xfrm>
        </p:grpSpPr>
        <p:pic>
          <p:nvPicPr>
            <p:cNvPr id="2064" name="Picture 16">
              <a:extLst>
                <a:ext uri="{FF2B5EF4-FFF2-40B4-BE49-F238E27FC236}">
                  <a16:creationId xmlns:a16="http://schemas.microsoft.com/office/drawing/2014/main" id="{07FA5FF9-C103-90BD-97CE-B7FE497640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01838" y="1051296"/>
              <a:ext cx="3074078" cy="268330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90FEE4B2-6A58-FAB7-EA1B-54BBD2170613}"/>
                </a:ext>
              </a:extLst>
            </p:cNvPr>
            <p:cNvCxnSpPr>
              <a:cxnSpLocks/>
            </p:cNvCxnSpPr>
            <p:nvPr/>
          </p:nvCxnSpPr>
          <p:spPr>
            <a:xfrm>
              <a:off x="6966544" y="2723465"/>
              <a:ext cx="1361732"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36A338A2-75AD-1E71-EA8D-B8320E2D693B}"/>
              </a:ext>
            </a:extLst>
          </p:cNvPr>
          <p:cNvGrpSpPr/>
          <p:nvPr/>
        </p:nvGrpSpPr>
        <p:grpSpPr>
          <a:xfrm>
            <a:off x="8558462" y="3746453"/>
            <a:ext cx="2252781" cy="3171496"/>
            <a:chOff x="8558462" y="3746453"/>
            <a:chExt cx="2252781" cy="3171496"/>
          </a:xfrm>
        </p:grpSpPr>
        <p:pic>
          <p:nvPicPr>
            <p:cNvPr id="2066" name="Picture 18">
              <a:extLst>
                <a:ext uri="{FF2B5EF4-FFF2-40B4-BE49-F238E27FC236}">
                  <a16:creationId xmlns:a16="http://schemas.microsoft.com/office/drawing/2014/main" id="{80FDD28C-C028-2539-A831-D3D4B9B4A1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58462" y="4068045"/>
              <a:ext cx="2252781" cy="284990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AD85F817-C354-3606-7218-41938DD9C83B}"/>
                </a:ext>
              </a:extLst>
            </p:cNvPr>
            <p:cNvCxnSpPr>
              <a:cxnSpLocks/>
            </p:cNvCxnSpPr>
            <p:nvPr/>
          </p:nvCxnSpPr>
          <p:spPr>
            <a:xfrm>
              <a:off x="9387401" y="3746453"/>
              <a:ext cx="0" cy="32159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B217666F-E4DF-9778-6E42-B1C0FDB49EA6}"/>
              </a:ext>
            </a:extLst>
          </p:cNvPr>
          <p:cNvSpPr>
            <a:spLocks noGrp="1"/>
          </p:cNvSpPr>
          <p:nvPr>
            <p:ph type="title"/>
          </p:nvPr>
        </p:nvSpPr>
        <p:spPr/>
        <p:txBody>
          <a:bodyPr>
            <a:normAutofit fontScale="90000"/>
          </a:bodyPr>
          <a:lstStyle/>
          <a:p>
            <a:r>
              <a:rPr lang="en-US"/>
              <a:t>Secure and Robust QML Pipeline Design</a:t>
            </a:r>
          </a:p>
        </p:txBody>
      </p:sp>
      <p:sp>
        <p:nvSpPr>
          <p:cNvPr id="24" name="Slide Number Placeholder 23">
            <a:extLst>
              <a:ext uri="{FF2B5EF4-FFF2-40B4-BE49-F238E27FC236}">
                <a16:creationId xmlns:a16="http://schemas.microsoft.com/office/drawing/2014/main" id="{6BC86F5F-470F-09C3-5BB8-2AF153D1BCAD}"/>
              </a:ext>
            </a:extLst>
          </p:cNvPr>
          <p:cNvSpPr>
            <a:spLocks noGrp="1"/>
          </p:cNvSpPr>
          <p:nvPr>
            <p:ph type="sldNum" sz="quarter" idx="12"/>
          </p:nvPr>
        </p:nvSpPr>
        <p:spPr/>
        <p:txBody>
          <a:bodyPr/>
          <a:lstStyle/>
          <a:p>
            <a:fld id="{B8661DC6-780D-41F1-B3E6-BAC31697093D}" type="slidenum">
              <a:rPr lang="en-US" smtClean="0"/>
              <a:pPr/>
              <a:t>12</a:t>
            </a:fld>
            <a:endParaRPr lang="en-US"/>
          </a:p>
        </p:txBody>
      </p:sp>
    </p:spTree>
    <p:extLst>
      <p:ext uri="{BB962C8B-B14F-4D97-AF65-F5344CB8AC3E}">
        <p14:creationId xmlns:p14="http://schemas.microsoft.com/office/powerpoint/2010/main" val="426970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Hybrid Quantum Classical Machine Learning Model</vt:lpstr>
      <vt:lpstr>Sources of Vulnerability</vt:lpstr>
      <vt:lpstr>Taxonomy of Attacks</vt:lpstr>
      <vt:lpstr>Experimental Setting and Baseline Models</vt:lpstr>
      <vt:lpstr>Data-Poisoning Attacks: Label-Flipping and QUID </vt:lpstr>
      <vt:lpstr>Back-Door Attacks: Qtrojan, Huang et al.</vt:lpstr>
      <vt:lpstr>Key Takeaways</vt:lpstr>
      <vt:lpstr>PowerPoint Presentation</vt:lpstr>
      <vt:lpstr>Hybrid Quantum Classical Machine Learning Model</vt:lpstr>
      <vt:lpstr>Why Quantum Machine Learning (QML)</vt:lpstr>
      <vt:lpstr>Secure and Robust QML Pipeline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Nowmi, Saeefa Rubaiyet R</dc:creator>
  <cp:revision>1</cp:revision>
  <dcterms:created xsi:type="dcterms:W3CDTF">2026-04-29T16:40:27Z</dcterms:created>
  <dcterms:modified xsi:type="dcterms:W3CDTF">2026-05-15T21:17:34Z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73649dc-6fee-4eb8-a128-734c3c842ea8_Enabled">
    <vt:lpwstr>true</vt:lpwstr>
  </property>
  <property fmtid="{D5CDD505-2E9C-101B-9397-08002B2CF9AE}" pid="3" name="MSIP_Label_b73649dc-6fee-4eb8-a128-734c3c842ea8_SetDate">
    <vt:lpwstr>2026-04-29T16:40:37Z</vt:lpwstr>
  </property>
  <property fmtid="{D5CDD505-2E9C-101B-9397-08002B2CF9AE}" pid="4" name="MSIP_Label_b73649dc-6fee-4eb8-a128-734c3c842ea8_Method">
    <vt:lpwstr>Standard</vt:lpwstr>
  </property>
  <property fmtid="{D5CDD505-2E9C-101B-9397-08002B2CF9AE}" pid="5" name="MSIP_Label_b73649dc-6fee-4eb8-a128-734c3c842ea8_Name">
    <vt:lpwstr>defa4170-0d19-0005-0004-bc88714345d2</vt:lpwstr>
  </property>
  <property fmtid="{D5CDD505-2E9C-101B-9397-08002B2CF9AE}" pid="6" name="MSIP_Label_b73649dc-6fee-4eb8-a128-734c3c842ea8_SiteId">
    <vt:lpwstr>857c21d2-1a16-43a4-90cf-d57f3fab9d2f</vt:lpwstr>
  </property>
  <property fmtid="{D5CDD505-2E9C-101B-9397-08002B2CF9AE}" pid="7" name="MSIP_Label_b73649dc-6fee-4eb8-a128-734c3c842ea8_ActionId">
    <vt:lpwstr>ae4fbfeb-f25f-4b60-99ae-6c9184ec6f04</vt:lpwstr>
  </property>
  <property fmtid="{D5CDD505-2E9C-101B-9397-08002B2CF9AE}" pid="8" name="MSIP_Label_b73649dc-6fee-4eb8-a128-734c3c842ea8_ContentBits">
    <vt:lpwstr>0</vt:lpwstr>
  </property>
  <property fmtid="{D5CDD505-2E9C-101B-9397-08002B2CF9AE}" pid="9" name="MSIP_Label_b73649dc-6fee-4eb8-a128-734c3c842ea8_Tag">
    <vt:lpwstr>10, 3, 0, 1</vt:lpwstr>
  </property>
</Properties>
</file>